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Lst>
  <p:sldSz cx="12192000" cy="6858000"/>
  <p:notesSz cx="6858000" cy="9144000"/>
  <p:defaultTextStyle>
    <a:defPPr>
      <a:defRPr lang="es-MX"/>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sz="15611"/>
    <p:restoredTop sz="94694"/>
  </p:normalViewPr>
  <p:slideViewPr>
    <p:cSldViewPr showGuides="1" snapToGrid="0" snapToObjects="1">
      <p:cViewPr varScale="1">
        <p:scale>
          <a:sx d="100" n="117"/>
          <a:sy d="100" n="117"/>
        </p:scale>
        <p:origin x="808" y="168"/>
      </p:cViewPr>
      <p:guideLst>
        <p:guide orient="horz" pos="2160"/>
        <p:guide pos="3840"/>
      </p:guideLst>
    </p:cSldViewPr>
  </p:slideViewPr>
  <p:notesTextViewPr>
    <p:cViewPr>
      <p:scale>
        <a:sx d="1" n="1"/>
        <a:sy d="1" n="1"/>
      </p:scale>
      <p:origin x="0" y="0"/>
    </p:cViewPr>
  </p:notesTextViewPr>
  <p:gridSpacing cx="72008" cy="72008"/>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presProps" Target="presProps.xml" /><Relationship Id="rId1" Type="http://schemas.openxmlformats.org/officeDocument/2006/relationships/slideMaster" Target="slideMasters/slideMaster1.xml" /><Relationship Id="rId8" Type="http://schemas.openxmlformats.org/officeDocument/2006/relationships/tableStyles" Target="tableStyles.xml" /><Relationship Id="rId7" Type="http://schemas.openxmlformats.org/officeDocument/2006/relationships/theme" Target="theme/theme1.xml" /><Relationship Id="rId6"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7A8C2-1AC9-5B43-8262-A546177F34FA}"/>
              </a:ext>
            </a:extLst>
          </p:cNvPr>
          <p:cNvSpPr>
            <a:spLocks noGrp="1"/>
          </p:cNvSpPr>
          <p:nvPr>
            <p:ph type="ctrTitle"/>
          </p:nvPr>
        </p:nvSpPr>
        <p:spPr>
          <a:xfrm>
            <a:off x="1524000" y="971751"/>
            <a:ext cx="9144000" cy="2387600"/>
          </a:xfrm>
        </p:spPr>
        <p:txBody>
          <a:bodyPr anchor="b"/>
          <a:lstStyle>
            <a:lvl1pPr algn="ctr">
              <a:defRPr sz="6000" b="1">
                <a:solidFill>
                  <a:schemeClr val="tx2"/>
                </a:solidFill>
                <a:latin typeface="Poppins" pitchFamily="2" charset="77"/>
                <a:cs typeface="Poppins" pitchFamily="2" charset="77"/>
              </a:defRPr>
            </a:lvl1pPr>
          </a:lstStyle>
          <a:p>
            <a:r>
              <a:rPr lang="es-MX" dirty="0"/>
              <a:t>Haz clic para modificar el estilo de título del patrón</a:t>
            </a:r>
            <a:endParaRPr dirty="0"/>
          </a:p>
        </p:txBody>
      </p:sp>
      <p:sp>
        <p:nvSpPr>
          <p:cNvPr id="3" name="Subtítulo 2">
            <a:extLst>
              <a:ext uri="{FF2B5EF4-FFF2-40B4-BE49-F238E27FC236}">
                <a16:creationId xmlns:a16="http://schemas.microsoft.com/office/drawing/2014/main" id="{88F6ABF1-74F7-E448-AAD7-E1581C53BC26}"/>
              </a:ext>
            </a:extLst>
          </p:cNvPr>
          <p:cNvSpPr>
            <a:spLocks noGrp="1"/>
          </p:cNvSpPr>
          <p:nvPr>
            <p:ph type="subTitle" idx="1"/>
          </p:nvPr>
        </p:nvSpPr>
        <p:spPr>
          <a:xfrm>
            <a:off x="1536581" y="3474024"/>
            <a:ext cx="9144000" cy="1277984"/>
          </a:xfrm>
        </p:spPr>
        <p:txBody>
          <a:bodyPr/>
          <a:lstStyle>
            <a:lvl1pPr marL="0" indent="0" algn="ctr">
              <a:buNone/>
              <a:defRPr sz="2400" spc="600">
                <a:solidFill>
                  <a:schemeClr val="accent1">
                    <a:lumMod val="75000"/>
                  </a:schemeClr>
                </a:solidFill>
                <a:latin typeface="Poppins" pitchFamily="2" charset="77"/>
                <a:cs typeface="Poppins"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MX"/>
              <a:t>Haz clic para editar el estilo de subtítulo del patrón</a:t>
            </a:r>
            <a:endParaRPr/>
          </a:p>
        </p:txBody>
      </p:sp>
      <p:sp>
        <p:nvSpPr>
          <p:cNvPr id="4" name="Marcador de fecha 3">
            <a:extLst>
              <a:ext uri="{FF2B5EF4-FFF2-40B4-BE49-F238E27FC236}">
                <a16:creationId xmlns:a16="http://schemas.microsoft.com/office/drawing/2014/main" id="{A9AFCB3E-6E82-6042-B567-0F45A18A3859}"/>
              </a:ext>
            </a:extLst>
          </p:cNvPr>
          <p:cNvSpPr>
            <a:spLocks noGrp="1"/>
          </p:cNvSpPr>
          <p:nvPr>
            <p:ph type="dt" sz="half" idx="10"/>
          </p:nvPr>
        </p:nvSpPr>
        <p:spPr/>
        <p:txBody>
          <a:bodyPr/>
          <a:lstStyle>
            <a:lvl1pPr>
              <a:defRPr>
                <a:latin typeface="Poppins" pitchFamily="2" charset="77"/>
                <a:cs typeface="Poppins" pitchFamily="2" charset="77"/>
              </a:defRPr>
            </a:lvl1pPr>
          </a:lstStyle>
          <a:p>
            <a:fld id="{CFACC4EE-0BEF-1646-BAF7-943324C0CB09}" type="datetimeFigureOut">
              <a:rPr lang="es-MX" smtClean="0"/>
              <a:pPr/>
              <a:t>03/12/21</a:t>
            </a:fld>
            <a:endParaRPr lang="es-MX"/>
          </a:p>
        </p:txBody>
      </p:sp>
      <p:sp>
        <p:nvSpPr>
          <p:cNvPr id="5" name="Marcador de pie de página 4">
            <a:extLst>
              <a:ext uri="{FF2B5EF4-FFF2-40B4-BE49-F238E27FC236}">
                <a16:creationId xmlns:a16="http://schemas.microsoft.com/office/drawing/2014/main" id="{8B5377CD-39A6-DA40-8711-CEC7C557DC99}"/>
              </a:ext>
            </a:extLst>
          </p:cNvPr>
          <p:cNvSpPr>
            <a:spLocks noGrp="1"/>
          </p:cNvSpPr>
          <p:nvPr>
            <p:ph type="ftr" sz="quarter" idx="11"/>
          </p:nvPr>
        </p:nvSpPr>
        <p:spPr/>
        <p:txBody>
          <a:bodyPr/>
          <a:lstStyle>
            <a:lvl1pPr>
              <a:defRPr>
                <a:latin typeface="Poppins" pitchFamily="2" charset="77"/>
                <a:cs typeface="Poppins" pitchFamily="2" charset="77"/>
              </a:defRPr>
            </a:lvl1pPr>
          </a:lstStyle>
          <a:p>
            <a:endParaRPr lang="es-MX"/>
          </a:p>
        </p:txBody>
      </p:sp>
      <p:sp>
        <p:nvSpPr>
          <p:cNvPr id="6" name="Marcador de número de diapositiva 5">
            <a:extLst>
              <a:ext uri="{FF2B5EF4-FFF2-40B4-BE49-F238E27FC236}">
                <a16:creationId xmlns:a16="http://schemas.microsoft.com/office/drawing/2014/main" id="{78AD814D-3D70-3141-A35A-F483134C96A4}"/>
              </a:ext>
            </a:extLst>
          </p:cNvPr>
          <p:cNvSpPr>
            <a:spLocks noGrp="1"/>
          </p:cNvSpPr>
          <p:nvPr>
            <p:ph type="sldNum" sz="quarter" idx="12"/>
          </p:nvPr>
        </p:nvSpPr>
        <p:spPr/>
        <p:txBody>
          <a:bodyPr/>
          <a:lstStyle>
            <a:lvl1pPr>
              <a:defRPr>
                <a:latin typeface="Poppins" pitchFamily="2" charset="77"/>
                <a:cs typeface="Poppins" pitchFamily="2" charset="77"/>
              </a:defRPr>
            </a:lvl1pPr>
          </a:lstStyle>
          <a:p>
            <a:fld id="{C7F360A6-EFCD-2545-B53E-EBAEC0C880D9}" type="slidenum">
              <a:rPr lang="es-MX" smtClean="0"/>
              <a:pPr/>
              <a:t>‹Nº›</a:t>
            </a:fld>
            <a:endParaRPr lang="es-MX"/>
          </a:p>
        </p:txBody>
      </p:sp>
      <p:pic>
        <p:nvPicPr>
          <p:cNvPr id="7" name="Imagen 6">
            <a:extLst>
              <a:ext uri="{FF2B5EF4-FFF2-40B4-BE49-F238E27FC236}">
                <a16:creationId xmlns:a16="http://schemas.microsoft.com/office/drawing/2014/main" id="{F0AE3820-071C-8F44-8429-696C203FC88C}"/>
              </a:ext>
            </a:extLst>
          </p:cNvPr>
          <p:cNvPicPr>
            <a:picLocks noChangeAspect="1"/>
          </p:cNvPicPr>
          <p:nvPr userDrawn="1"/>
        </p:nvPicPr>
        <p:blipFill>
          <a:blip r:embed="rId2"/>
          <a:stretch>
            <a:fillRect/>
          </a:stretch>
        </p:blipFill>
        <p:spPr>
          <a:xfrm>
            <a:off x="10090673" y="4810817"/>
            <a:ext cx="2060090" cy="2060090"/>
          </a:xfrm>
          <a:prstGeom prst="rect">
            <a:avLst/>
          </a:prstGeom>
        </p:spPr>
      </p:pic>
      <p:pic>
        <p:nvPicPr>
          <p:cNvPr id="1026" name="Picture 2" descr="Inicio - Comisión Estatal de Aguas Querétaro">
            <a:extLst>
              <a:ext uri="{FF2B5EF4-FFF2-40B4-BE49-F238E27FC236}">
                <a16:creationId xmlns:a16="http://schemas.microsoft.com/office/drawing/2014/main" id="{6B2FB1DC-A1B3-7449-9517-1BD8DCDDF8F6}"/>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4752191"/>
            <a:ext cx="5077578" cy="2109769"/>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700A1412-EA27-2C43-B402-621759E3A642}"/>
              </a:ext>
            </a:extLst>
          </p:cNvPr>
          <p:cNvCxnSpPr/>
          <p:nvPr userDrawn="1"/>
        </p:nvCxnSpPr>
        <p:spPr>
          <a:xfrm>
            <a:off x="6096000" y="4810817"/>
            <a:ext cx="457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F8EC150C-6F18-7A40-B5FD-F0D0C3B13F4D}"/>
              </a:ext>
            </a:extLst>
          </p:cNvPr>
          <p:cNvCxnSpPr/>
          <p:nvPr userDrawn="1"/>
        </p:nvCxnSpPr>
        <p:spPr>
          <a:xfrm>
            <a:off x="1502453" y="782433"/>
            <a:ext cx="457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7C07A4F1-71E1-6D48-91ED-5C10C1C564DF}"/>
              </a:ext>
            </a:extLst>
          </p:cNvPr>
          <p:cNvCxnSpPr>
            <a:cxnSpLocks/>
          </p:cNvCxnSpPr>
          <p:nvPr userDrawn="1"/>
        </p:nvCxnSpPr>
        <p:spPr>
          <a:xfrm>
            <a:off x="1502453" y="767734"/>
            <a:ext cx="0" cy="958886"/>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5" name="Conector recto 14">
            <a:extLst>
              <a:ext uri="{FF2B5EF4-FFF2-40B4-BE49-F238E27FC236}">
                <a16:creationId xmlns:a16="http://schemas.microsoft.com/office/drawing/2014/main" id="{D603F161-B609-4D45-A9DB-991B5A8C7122}"/>
              </a:ext>
            </a:extLst>
          </p:cNvPr>
          <p:cNvCxnSpPr>
            <a:cxnSpLocks/>
          </p:cNvCxnSpPr>
          <p:nvPr userDrawn="1"/>
        </p:nvCxnSpPr>
        <p:spPr>
          <a:xfrm>
            <a:off x="10655418" y="3851931"/>
            <a:ext cx="0" cy="958886"/>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6" name="Conector recto 15">
            <a:extLst>
              <a:ext uri="{FF2B5EF4-FFF2-40B4-BE49-F238E27FC236}">
                <a16:creationId xmlns:a16="http://schemas.microsoft.com/office/drawing/2014/main" id="{61C97A36-385F-D649-ADBE-91F922385F82}"/>
              </a:ext>
            </a:extLst>
          </p:cNvPr>
          <p:cNvCxnSpPr>
            <a:cxnSpLocks/>
          </p:cNvCxnSpPr>
          <p:nvPr userDrawn="1"/>
        </p:nvCxnSpPr>
        <p:spPr>
          <a:xfrm>
            <a:off x="10657239" y="771675"/>
            <a:ext cx="0" cy="2382464"/>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9" name="Conector recto 18">
            <a:extLst>
              <a:ext uri="{FF2B5EF4-FFF2-40B4-BE49-F238E27FC236}">
                <a16:creationId xmlns:a16="http://schemas.microsoft.com/office/drawing/2014/main" id="{2541858C-A4FA-7248-A5D3-620A0925AF17}"/>
              </a:ext>
            </a:extLst>
          </p:cNvPr>
          <p:cNvCxnSpPr>
            <a:cxnSpLocks/>
          </p:cNvCxnSpPr>
          <p:nvPr userDrawn="1"/>
        </p:nvCxnSpPr>
        <p:spPr>
          <a:xfrm>
            <a:off x="1500654" y="2439111"/>
            <a:ext cx="0" cy="2382464"/>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97770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7545CA-6937-F14C-AD10-4AB0BDE7A602}"/>
              </a:ext>
            </a:extLst>
          </p:cNvPr>
          <p:cNvSpPr>
            <a:spLocks noGrp="1"/>
          </p:cNvSpPr>
          <p:nvPr>
            <p:ph type="title"/>
          </p:nvPr>
        </p:nvSpPr>
        <p:spPr/>
        <p:txBody>
          <a:bodyPr/>
          <a:lstStyle>
            <a:lvl1pPr>
              <a:defRPr>
                <a:latin typeface="Poppins" pitchFamily="2" charset="77"/>
                <a:cs typeface="Poppins" pitchFamily="2" charset="77"/>
              </a:defRPr>
            </a:lvl1pPr>
          </a:lstStyle>
          <a:p>
            <a:r>
              <a:rPr lang="es-MX"/>
              <a:t>Haz clic para modificar el estilo de título del patrón</a:t>
            </a:r>
            <a:endParaRPr/>
          </a:p>
        </p:txBody>
      </p:sp>
      <p:sp>
        <p:nvSpPr>
          <p:cNvPr id="3" name="Marcador de contenido 2">
            <a:extLst>
              <a:ext uri="{FF2B5EF4-FFF2-40B4-BE49-F238E27FC236}">
                <a16:creationId xmlns:a16="http://schemas.microsoft.com/office/drawing/2014/main" id="{90F0911E-18F8-4444-B302-40735C768F8C}"/>
              </a:ext>
            </a:extLst>
          </p:cNvPr>
          <p:cNvSpPr>
            <a:spLocks noGrp="1"/>
          </p:cNvSpPr>
          <p:nvPr>
            <p:ph idx="1"/>
          </p:nvPr>
        </p:nvSpPr>
        <p:spPr>
          <a:xfrm>
            <a:off x="838200" y="1825625"/>
            <a:ext cx="10515600" cy="4084343"/>
          </a:xfrm>
        </p:spPr>
        <p:txBody>
          <a:bodyPr/>
          <a:lstStyle>
            <a:lvl1pPr>
              <a:defRPr>
                <a:latin typeface="Poppins" pitchFamily="2" charset="77"/>
                <a:cs typeface="Poppins" pitchFamily="2" charset="77"/>
              </a:defRPr>
            </a:lvl1pPr>
            <a:lvl2pPr>
              <a:defRPr>
                <a:latin typeface="Poppins" pitchFamily="2" charset="77"/>
                <a:cs typeface="Poppins" pitchFamily="2" charset="77"/>
              </a:defRPr>
            </a:lvl2pPr>
            <a:lvl3pPr>
              <a:defRPr>
                <a:latin typeface="Poppins" pitchFamily="2" charset="77"/>
                <a:cs typeface="Poppins" pitchFamily="2" charset="77"/>
              </a:defRPr>
            </a:lvl3pPr>
            <a:lvl4pPr>
              <a:defRPr>
                <a:latin typeface="Poppins" pitchFamily="2" charset="77"/>
                <a:cs typeface="Poppins" pitchFamily="2" charset="77"/>
              </a:defRPr>
            </a:lvl4pPr>
            <a:lvl5pPr>
              <a:defRPr>
                <a:latin typeface="Poppins" pitchFamily="2" charset="77"/>
                <a:cs typeface="Poppins"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4A74BD1E-6A87-2E43-AF4B-A927949B3339}"/>
              </a:ext>
            </a:extLst>
          </p:cNvPr>
          <p:cNvSpPr>
            <a:spLocks noGrp="1"/>
          </p:cNvSpPr>
          <p:nvPr>
            <p:ph type="dt" sz="half" idx="10"/>
          </p:nvPr>
        </p:nvSpPr>
        <p:spPr/>
        <p:txBody>
          <a:bodyPr/>
          <a:lstStyle>
            <a:lvl1pPr>
              <a:defRPr>
                <a:latin typeface="Poppins" pitchFamily="2" charset="77"/>
                <a:cs typeface="Poppins" pitchFamily="2" charset="77"/>
              </a:defRPr>
            </a:lvl1pPr>
          </a:lstStyle>
          <a:p>
            <a:fld id="{CFACC4EE-0BEF-1646-BAF7-943324C0CB09}" type="datetimeFigureOut">
              <a:rPr lang="es-MX" smtClean="0"/>
              <a:pPr/>
              <a:t>03/12/21</a:t>
            </a:fld>
            <a:endParaRPr lang="es-MX"/>
          </a:p>
        </p:txBody>
      </p:sp>
      <p:sp>
        <p:nvSpPr>
          <p:cNvPr id="5" name="Marcador de pie de página 4">
            <a:extLst>
              <a:ext uri="{FF2B5EF4-FFF2-40B4-BE49-F238E27FC236}">
                <a16:creationId xmlns:a16="http://schemas.microsoft.com/office/drawing/2014/main" id="{FA3D8248-5E20-7343-AADE-70D524E9E5B3}"/>
              </a:ext>
            </a:extLst>
          </p:cNvPr>
          <p:cNvSpPr>
            <a:spLocks noGrp="1"/>
          </p:cNvSpPr>
          <p:nvPr>
            <p:ph type="ftr" sz="quarter" idx="11"/>
          </p:nvPr>
        </p:nvSpPr>
        <p:spPr/>
        <p:txBody>
          <a:bodyPr/>
          <a:lstStyle>
            <a:lvl1pPr>
              <a:defRPr>
                <a:latin typeface="Poppins" pitchFamily="2" charset="77"/>
                <a:cs typeface="Poppins" pitchFamily="2" charset="77"/>
              </a:defRPr>
            </a:lvl1pPr>
          </a:lstStyle>
          <a:p>
            <a:endParaRPr lang="es-MX"/>
          </a:p>
        </p:txBody>
      </p:sp>
      <p:sp>
        <p:nvSpPr>
          <p:cNvPr id="6" name="Marcador de número de diapositiva 5">
            <a:extLst>
              <a:ext uri="{FF2B5EF4-FFF2-40B4-BE49-F238E27FC236}">
                <a16:creationId xmlns:a16="http://schemas.microsoft.com/office/drawing/2014/main" id="{F581B33F-CAD6-894E-9408-F33B902C893C}"/>
              </a:ext>
            </a:extLst>
          </p:cNvPr>
          <p:cNvSpPr>
            <a:spLocks noGrp="1"/>
          </p:cNvSpPr>
          <p:nvPr>
            <p:ph type="sldNum" sz="quarter" idx="12"/>
          </p:nvPr>
        </p:nvSpPr>
        <p:spPr/>
        <p:txBody>
          <a:bodyPr/>
          <a:lstStyle>
            <a:lvl1pPr>
              <a:defRPr>
                <a:latin typeface="Poppins" pitchFamily="2" charset="77"/>
                <a:cs typeface="Poppins" pitchFamily="2" charset="77"/>
              </a:defRPr>
            </a:lvl1pPr>
          </a:lstStyle>
          <a:p>
            <a:fld id="{C7F360A6-EFCD-2545-B53E-EBAEC0C880D9}" type="slidenum">
              <a:rPr lang="es-MX" smtClean="0"/>
              <a:pPr/>
              <a:t>‹Nº›</a:t>
            </a:fld>
            <a:endParaRPr lang="es-MX"/>
          </a:p>
        </p:txBody>
      </p:sp>
      <p:pic>
        <p:nvPicPr>
          <p:cNvPr id="7" name="Imagen 6">
            <a:extLst>
              <a:ext uri="{FF2B5EF4-FFF2-40B4-BE49-F238E27FC236}">
                <a16:creationId xmlns:a16="http://schemas.microsoft.com/office/drawing/2014/main" id="{E334647E-C1FA-EC4E-9AB8-42B72C740912}"/>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8" name="Picture 2" descr="Inicio - Comisión Estatal de Aguas Querétaro">
            <a:extLst>
              <a:ext uri="{FF2B5EF4-FFF2-40B4-BE49-F238E27FC236}">
                <a16:creationId xmlns:a16="http://schemas.microsoft.com/office/drawing/2014/main" id="{34475AFC-89D9-314D-94F9-7FC534F0B53C}"/>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9" name="Conector recto 8">
            <a:extLst>
              <a:ext uri="{FF2B5EF4-FFF2-40B4-BE49-F238E27FC236}">
                <a16:creationId xmlns:a16="http://schemas.microsoft.com/office/drawing/2014/main" id="{B37EFC86-75A9-DA49-93E2-C8AA4EC32B12}"/>
              </a:ext>
            </a:extLst>
          </p:cNvPr>
          <p:cNvCxnSpPr>
            <a:cxnSpLocks/>
          </p:cNvCxnSpPr>
          <p:nvPr userDrawn="1"/>
        </p:nvCxnSpPr>
        <p:spPr>
          <a:xfrm>
            <a:off x="0" y="603500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70894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8D7ABC-5DD6-3E49-9BAC-40E6A6EE02F5}"/>
              </a:ext>
            </a:extLst>
          </p:cNvPr>
          <p:cNvSpPr>
            <a:spLocks noGrp="1"/>
          </p:cNvSpPr>
          <p:nvPr>
            <p:ph type="title"/>
          </p:nvPr>
        </p:nvSpPr>
        <p:spPr>
          <a:xfrm>
            <a:off x="831850" y="1709738"/>
            <a:ext cx="10515600" cy="2852737"/>
          </a:xfrm>
        </p:spPr>
        <p:txBody>
          <a:bodyPr anchor="b"/>
          <a:lstStyle>
            <a:lvl1pPr>
              <a:defRPr sz="6000">
                <a:solidFill>
                  <a:schemeClr val="accent1">
                    <a:lumMod val="75000"/>
                  </a:schemeClr>
                </a:solidFill>
                <a:latin typeface="Poppins" pitchFamily="2" charset="77"/>
                <a:cs typeface="Poppins" pitchFamily="2" charset="77"/>
              </a:defRPr>
            </a:lvl1pPr>
          </a:lstStyle>
          <a:p>
            <a:r>
              <a:rPr lang="es-MX"/>
              <a:t>Haz clic para modificar el estilo de título del patrón</a:t>
            </a:r>
            <a:endParaRPr/>
          </a:p>
        </p:txBody>
      </p:sp>
      <p:sp>
        <p:nvSpPr>
          <p:cNvPr id="3" name="Marcador de texto 2">
            <a:extLst>
              <a:ext uri="{FF2B5EF4-FFF2-40B4-BE49-F238E27FC236}">
                <a16:creationId xmlns:a16="http://schemas.microsoft.com/office/drawing/2014/main" id="{FFF6892E-CE9F-C741-A55A-BB96F596D6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Poppins" pitchFamily="2" charset="77"/>
                <a:cs typeface="Poppins" pitchFamily="2" charset="77"/>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MX"/>
              <a:t>Haga clic para modificar los estilos de texto del patrón</a:t>
            </a:r>
          </a:p>
        </p:txBody>
      </p:sp>
      <p:sp>
        <p:nvSpPr>
          <p:cNvPr id="4" name="Marcador de fecha 3">
            <a:extLst>
              <a:ext uri="{FF2B5EF4-FFF2-40B4-BE49-F238E27FC236}">
                <a16:creationId xmlns:a16="http://schemas.microsoft.com/office/drawing/2014/main" id="{9A647B13-5780-F146-BA81-55867E585277}"/>
              </a:ext>
            </a:extLst>
          </p:cNvPr>
          <p:cNvSpPr>
            <a:spLocks noGrp="1"/>
          </p:cNvSpPr>
          <p:nvPr>
            <p:ph type="dt" sz="half" idx="10"/>
          </p:nvPr>
        </p:nvSpPr>
        <p:spPr/>
        <p:txBody>
          <a:bodyPr/>
          <a:lstStyle>
            <a:lvl1pPr>
              <a:defRPr>
                <a:latin typeface="Poppins" pitchFamily="2" charset="77"/>
                <a:cs typeface="Poppins" pitchFamily="2" charset="77"/>
              </a:defRPr>
            </a:lvl1pPr>
          </a:lstStyle>
          <a:p>
            <a:fld id="{CFACC4EE-0BEF-1646-BAF7-943324C0CB09}" type="datetimeFigureOut">
              <a:rPr lang="es-MX" smtClean="0"/>
              <a:pPr/>
              <a:t>03/12/21</a:t>
            </a:fld>
            <a:endParaRPr lang="es-MX"/>
          </a:p>
        </p:txBody>
      </p:sp>
      <p:sp>
        <p:nvSpPr>
          <p:cNvPr id="5" name="Marcador de pie de página 4">
            <a:extLst>
              <a:ext uri="{FF2B5EF4-FFF2-40B4-BE49-F238E27FC236}">
                <a16:creationId xmlns:a16="http://schemas.microsoft.com/office/drawing/2014/main" id="{335F7E2A-E09E-7042-B51E-6558B6E78576}"/>
              </a:ext>
            </a:extLst>
          </p:cNvPr>
          <p:cNvSpPr>
            <a:spLocks noGrp="1"/>
          </p:cNvSpPr>
          <p:nvPr>
            <p:ph type="ftr" sz="quarter" idx="11"/>
          </p:nvPr>
        </p:nvSpPr>
        <p:spPr/>
        <p:txBody>
          <a:bodyPr/>
          <a:lstStyle>
            <a:lvl1pPr>
              <a:defRPr>
                <a:latin typeface="Poppins" pitchFamily="2" charset="77"/>
                <a:cs typeface="Poppins" pitchFamily="2" charset="77"/>
              </a:defRPr>
            </a:lvl1pPr>
          </a:lstStyle>
          <a:p>
            <a:endParaRPr lang="es-MX"/>
          </a:p>
        </p:txBody>
      </p:sp>
      <p:sp>
        <p:nvSpPr>
          <p:cNvPr id="6" name="Marcador de número de diapositiva 5">
            <a:extLst>
              <a:ext uri="{FF2B5EF4-FFF2-40B4-BE49-F238E27FC236}">
                <a16:creationId xmlns:a16="http://schemas.microsoft.com/office/drawing/2014/main" id="{5CD7465F-B22F-9E4F-8380-77E9334C7541}"/>
              </a:ext>
            </a:extLst>
          </p:cNvPr>
          <p:cNvSpPr>
            <a:spLocks noGrp="1"/>
          </p:cNvSpPr>
          <p:nvPr>
            <p:ph type="sldNum" sz="quarter" idx="12"/>
          </p:nvPr>
        </p:nvSpPr>
        <p:spPr/>
        <p:txBody>
          <a:bodyPr/>
          <a:lstStyle>
            <a:lvl1pPr>
              <a:defRPr>
                <a:latin typeface="Poppins" pitchFamily="2" charset="77"/>
                <a:cs typeface="Poppins" pitchFamily="2" charset="77"/>
              </a:defRPr>
            </a:lvl1pPr>
          </a:lstStyle>
          <a:p>
            <a:fld id="{C7F360A6-EFCD-2545-B53E-EBAEC0C880D9}" type="slidenum">
              <a:rPr lang="es-MX" smtClean="0"/>
              <a:pPr/>
              <a:t>‹Nº›</a:t>
            </a:fld>
            <a:endParaRPr lang="es-MX"/>
          </a:p>
        </p:txBody>
      </p:sp>
      <p:pic>
        <p:nvPicPr>
          <p:cNvPr id="7" name="Imagen 6">
            <a:extLst>
              <a:ext uri="{FF2B5EF4-FFF2-40B4-BE49-F238E27FC236}">
                <a16:creationId xmlns:a16="http://schemas.microsoft.com/office/drawing/2014/main" id="{51CA16D0-BBA6-9247-B382-DB3D97375A48}"/>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8" name="Picture 2" descr="Inicio - Comisión Estatal de Aguas Querétaro">
            <a:extLst>
              <a:ext uri="{FF2B5EF4-FFF2-40B4-BE49-F238E27FC236}">
                <a16:creationId xmlns:a16="http://schemas.microsoft.com/office/drawing/2014/main" id="{072B5D07-6B28-1847-AB69-02974AFB39F8}"/>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9">
            <a:extLst>
              <a:ext uri="{FF2B5EF4-FFF2-40B4-BE49-F238E27FC236}">
                <a16:creationId xmlns:a16="http://schemas.microsoft.com/office/drawing/2014/main" id="{7E880244-958F-CF49-9D3A-43766C395268}"/>
              </a:ext>
            </a:extLst>
          </p:cNvPr>
          <p:cNvCxnSpPr/>
          <p:nvPr userDrawn="1"/>
        </p:nvCxnSpPr>
        <p:spPr>
          <a:xfrm>
            <a:off x="6945854" y="5918855"/>
            <a:ext cx="457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1" name="Conector recto 10">
            <a:extLst>
              <a:ext uri="{FF2B5EF4-FFF2-40B4-BE49-F238E27FC236}">
                <a16:creationId xmlns:a16="http://schemas.microsoft.com/office/drawing/2014/main" id="{22EF98F7-CB56-1A44-BA24-098AAD42E892}"/>
              </a:ext>
            </a:extLst>
          </p:cNvPr>
          <p:cNvCxnSpPr/>
          <p:nvPr userDrawn="1"/>
        </p:nvCxnSpPr>
        <p:spPr>
          <a:xfrm>
            <a:off x="717145" y="1524711"/>
            <a:ext cx="457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2" name="Conector recto 11">
            <a:extLst>
              <a:ext uri="{FF2B5EF4-FFF2-40B4-BE49-F238E27FC236}">
                <a16:creationId xmlns:a16="http://schemas.microsoft.com/office/drawing/2014/main" id="{3A6211A8-0809-5D43-A955-0D2B3BAC7017}"/>
              </a:ext>
            </a:extLst>
          </p:cNvPr>
          <p:cNvCxnSpPr>
            <a:cxnSpLocks/>
          </p:cNvCxnSpPr>
          <p:nvPr userDrawn="1"/>
        </p:nvCxnSpPr>
        <p:spPr>
          <a:xfrm>
            <a:off x="717145" y="1510012"/>
            <a:ext cx="0" cy="958886"/>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cxnSp>
        <p:nvCxnSpPr>
          <p:cNvPr id="13" name="Conector recto 12">
            <a:extLst>
              <a:ext uri="{FF2B5EF4-FFF2-40B4-BE49-F238E27FC236}">
                <a16:creationId xmlns:a16="http://schemas.microsoft.com/office/drawing/2014/main" id="{AC530397-8640-BD4B-82A3-5D02E03F3D30}"/>
              </a:ext>
            </a:extLst>
          </p:cNvPr>
          <p:cNvCxnSpPr>
            <a:cxnSpLocks/>
          </p:cNvCxnSpPr>
          <p:nvPr userDrawn="1"/>
        </p:nvCxnSpPr>
        <p:spPr>
          <a:xfrm>
            <a:off x="11505272" y="4959969"/>
            <a:ext cx="0" cy="958886"/>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802082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596B9-C5AE-CD4B-870B-AEC6724F9245}"/>
              </a:ext>
            </a:extLst>
          </p:cNvPr>
          <p:cNvSpPr>
            <a:spLocks noGrp="1"/>
          </p:cNvSpPr>
          <p:nvPr>
            <p:ph type="title"/>
          </p:nvPr>
        </p:nvSpPr>
        <p:spPr/>
        <p:txBody>
          <a:bodyPr/>
          <a:lstStyle>
            <a:lvl1pPr>
              <a:defRPr>
                <a:latin typeface="Poppins" pitchFamily="2" charset="77"/>
                <a:cs typeface="Poppins" pitchFamily="2" charset="77"/>
              </a:defRPr>
            </a:lvl1pPr>
          </a:lstStyle>
          <a:p>
            <a:r>
              <a:rPr lang="es-MX"/>
              <a:t>Haz clic para modificar el estilo de título del patrón</a:t>
            </a:r>
            <a:endParaRPr/>
          </a:p>
        </p:txBody>
      </p:sp>
      <p:sp>
        <p:nvSpPr>
          <p:cNvPr id="3" name="Marcador de contenido 2">
            <a:extLst>
              <a:ext uri="{FF2B5EF4-FFF2-40B4-BE49-F238E27FC236}">
                <a16:creationId xmlns:a16="http://schemas.microsoft.com/office/drawing/2014/main" id="{A4F9F920-0BEB-1B4C-9EAE-D82C23458135}"/>
              </a:ext>
            </a:extLst>
          </p:cNvPr>
          <p:cNvSpPr>
            <a:spLocks noGrp="1"/>
          </p:cNvSpPr>
          <p:nvPr>
            <p:ph sz="half" idx="1"/>
          </p:nvPr>
        </p:nvSpPr>
        <p:spPr>
          <a:xfrm>
            <a:off x="838200" y="1825625"/>
            <a:ext cx="5181600" cy="4067427"/>
          </a:xfrm>
        </p:spPr>
        <p:txBody>
          <a:bodyPr>
            <a:normAutofit/>
          </a:bodyPr>
          <a:lstStyle>
            <a:lvl1pPr algn="just">
              <a:defRPr sz="1400">
                <a:latin typeface="Poppins" pitchFamily="2" charset="77"/>
                <a:cs typeface="Poppins" pitchFamily="2" charset="77"/>
              </a:defRPr>
            </a:lvl1pPr>
            <a:lvl2pPr algn="just">
              <a:defRPr sz="1400">
                <a:latin typeface="Poppins" pitchFamily="2" charset="77"/>
                <a:cs typeface="Poppins" pitchFamily="2" charset="77"/>
              </a:defRPr>
            </a:lvl2pPr>
            <a:lvl3pPr algn="just">
              <a:defRPr sz="1400">
                <a:latin typeface="Poppins" pitchFamily="2" charset="77"/>
                <a:cs typeface="Poppins" pitchFamily="2" charset="77"/>
              </a:defRPr>
            </a:lvl3pPr>
            <a:lvl4pPr algn="just">
              <a:defRPr sz="1400">
                <a:latin typeface="Poppins" pitchFamily="2" charset="77"/>
                <a:cs typeface="Poppins" pitchFamily="2" charset="77"/>
              </a:defRPr>
            </a:lvl4pPr>
            <a:lvl5pPr algn="just">
              <a:defRPr sz="1400">
                <a:latin typeface="Poppins" pitchFamily="2" charset="77"/>
                <a:cs typeface="Poppins"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contenido 3">
            <a:extLst>
              <a:ext uri="{FF2B5EF4-FFF2-40B4-BE49-F238E27FC236}">
                <a16:creationId xmlns:a16="http://schemas.microsoft.com/office/drawing/2014/main" id="{31AAFE82-0E75-CA44-9DCA-9F2D683440E6}"/>
              </a:ext>
            </a:extLst>
          </p:cNvPr>
          <p:cNvSpPr>
            <a:spLocks noGrp="1"/>
          </p:cNvSpPr>
          <p:nvPr>
            <p:ph sz="half" idx="2"/>
          </p:nvPr>
        </p:nvSpPr>
        <p:spPr>
          <a:xfrm>
            <a:off x="6172200" y="1825625"/>
            <a:ext cx="5181600" cy="4067427"/>
          </a:xfrm>
        </p:spPr>
        <p:txBody>
          <a:bodyPr/>
          <a:lstStyle>
            <a:lvl1pPr>
              <a:defRPr>
                <a:latin typeface="Poppins" pitchFamily="2" charset="77"/>
                <a:cs typeface="Poppins" pitchFamily="2" charset="77"/>
              </a:defRPr>
            </a:lvl1pPr>
            <a:lvl2pPr>
              <a:defRPr>
                <a:latin typeface="Poppins" pitchFamily="2" charset="77"/>
                <a:cs typeface="Poppins" pitchFamily="2" charset="77"/>
              </a:defRPr>
            </a:lvl2pPr>
            <a:lvl3pPr>
              <a:defRPr>
                <a:latin typeface="Poppins" pitchFamily="2" charset="77"/>
                <a:cs typeface="Poppins" pitchFamily="2" charset="77"/>
              </a:defRPr>
            </a:lvl3pPr>
            <a:lvl4pPr>
              <a:defRPr>
                <a:latin typeface="Poppins" pitchFamily="2" charset="77"/>
                <a:cs typeface="Poppins" pitchFamily="2" charset="77"/>
              </a:defRPr>
            </a:lvl4pPr>
            <a:lvl5pPr>
              <a:defRPr>
                <a:latin typeface="Poppins" pitchFamily="2" charset="77"/>
                <a:cs typeface="Poppins"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5" name="Marcador de fecha 4">
            <a:extLst>
              <a:ext uri="{FF2B5EF4-FFF2-40B4-BE49-F238E27FC236}">
                <a16:creationId xmlns:a16="http://schemas.microsoft.com/office/drawing/2014/main" id="{6045E9CD-10B1-D442-A541-E733CFC085ED}"/>
              </a:ext>
            </a:extLst>
          </p:cNvPr>
          <p:cNvSpPr>
            <a:spLocks noGrp="1"/>
          </p:cNvSpPr>
          <p:nvPr>
            <p:ph type="dt" sz="half" idx="10"/>
          </p:nvPr>
        </p:nvSpPr>
        <p:spPr/>
        <p:txBody>
          <a:bodyPr/>
          <a:lstStyle>
            <a:lvl1pPr>
              <a:defRPr>
                <a:latin typeface="Poppins" pitchFamily="2" charset="77"/>
                <a:cs typeface="Poppins" pitchFamily="2" charset="77"/>
              </a:defRPr>
            </a:lvl1pPr>
          </a:lstStyle>
          <a:p>
            <a:fld id="{CFACC4EE-0BEF-1646-BAF7-943324C0CB09}" type="datetimeFigureOut">
              <a:rPr lang="es-MX" smtClean="0"/>
              <a:pPr/>
              <a:t>03/12/21</a:t>
            </a:fld>
            <a:endParaRPr lang="es-MX"/>
          </a:p>
        </p:txBody>
      </p:sp>
      <p:sp>
        <p:nvSpPr>
          <p:cNvPr id="6" name="Marcador de pie de página 5">
            <a:extLst>
              <a:ext uri="{FF2B5EF4-FFF2-40B4-BE49-F238E27FC236}">
                <a16:creationId xmlns:a16="http://schemas.microsoft.com/office/drawing/2014/main" id="{4B1234AA-31D5-7346-BF76-7E323A856302}"/>
              </a:ext>
            </a:extLst>
          </p:cNvPr>
          <p:cNvSpPr>
            <a:spLocks noGrp="1"/>
          </p:cNvSpPr>
          <p:nvPr>
            <p:ph type="ftr" sz="quarter" idx="11"/>
          </p:nvPr>
        </p:nvSpPr>
        <p:spPr/>
        <p:txBody>
          <a:bodyPr/>
          <a:lstStyle>
            <a:lvl1pPr>
              <a:defRPr>
                <a:latin typeface="Poppins" pitchFamily="2" charset="77"/>
                <a:cs typeface="Poppins" pitchFamily="2" charset="77"/>
              </a:defRPr>
            </a:lvl1pPr>
          </a:lstStyle>
          <a:p>
            <a:endParaRPr lang="es-MX"/>
          </a:p>
        </p:txBody>
      </p:sp>
      <p:sp>
        <p:nvSpPr>
          <p:cNvPr id="7" name="Marcador de número de diapositiva 6">
            <a:extLst>
              <a:ext uri="{FF2B5EF4-FFF2-40B4-BE49-F238E27FC236}">
                <a16:creationId xmlns:a16="http://schemas.microsoft.com/office/drawing/2014/main" id="{39D27C3C-CF62-974C-AEB7-7EA270FBC5BD}"/>
              </a:ext>
            </a:extLst>
          </p:cNvPr>
          <p:cNvSpPr>
            <a:spLocks noGrp="1"/>
          </p:cNvSpPr>
          <p:nvPr>
            <p:ph type="sldNum" sz="quarter" idx="12"/>
          </p:nvPr>
        </p:nvSpPr>
        <p:spPr/>
        <p:txBody>
          <a:bodyPr/>
          <a:lstStyle>
            <a:lvl1pPr>
              <a:defRPr>
                <a:latin typeface="Poppins" pitchFamily="2" charset="77"/>
                <a:cs typeface="Poppins" pitchFamily="2" charset="77"/>
              </a:defRPr>
            </a:lvl1pPr>
          </a:lstStyle>
          <a:p>
            <a:fld id="{C7F360A6-EFCD-2545-B53E-EBAEC0C880D9}" type="slidenum">
              <a:rPr lang="es-MX" smtClean="0"/>
              <a:pPr/>
              <a:t>‹Nº›</a:t>
            </a:fld>
            <a:endParaRPr lang="es-MX"/>
          </a:p>
        </p:txBody>
      </p:sp>
      <p:pic>
        <p:nvPicPr>
          <p:cNvPr id="8" name="Imagen 7">
            <a:extLst>
              <a:ext uri="{FF2B5EF4-FFF2-40B4-BE49-F238E27FC236}">
                <a16:creationId xmlns:a16="http://schemas.microsoft.com/office/drawing/2014/main" id="{30A95F67-A78B-9845-8973-38A15C0120FF}"/>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9" name="Picture 2" descr="Inicio - Comisión Estatal de Aguas Querétaro">
            <a:extLst>
              <a:ext uri="{FF2B5EF4-FFF2-40B4-BE49-F238E27FC236}">
                <a16:creationId xmlns:a16="http://schemas.microsoft.com/office/drawing/2014/main" id="{E3E896BE-CB18-F847-8569-88E94496AA94}"/>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9">
            <a:extLst>
              <a:ext uri="{FF2B5EF4-FFF2-40B4-BE49-F238E27FC236}">
                <a16:creationId xmlns:a16="http://schemas.microsoft.com/office/drawing/2014/main" id="{5BDFC6F9-78FD-9E4D-8B7E-05CA678B5697}"/>
              </a:ext>
            </a:extLst>
          </p:cNvPr>
          <p:cNvCxnSpPr>
            <a:cxnSpLocks/>
          </p:cNvCxnSpPr>
          <p:nvPr userDrawn="1"/>
        </p:nvCxnSpPr>
        <p:spPr>
          <a:xfrm>
            <a:off x="0" y="603500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015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D5D382A-667B-2A4A-9F7F-A473FAA91488}"/>
              </a:ext>
            </a:extLst>
          </p:cNvPr>
          <p:cNvSpPr>
            <a:spLocks noGrp="1"/>
          </p:cNvSpPr>
          <p:nvPr>
            <p:ph type="title"/>
          </p:nvPr>
        </p:nvSpPr>
        <p:spPr>
          <a:xfrm>
            <a:off x="839788" y="365125"/>
            <a:ext cx="10515600" cy="1325563"/>
          </a:xfrm>
        </p:spPr>
        <p:txBody>
          <a:bodyPr/>
          <a:lstStyle>
            <a:lvl1pPr>
              <a:defRPr>
                <a:latin typeface="Poppins" pitchFamily="2" charset="77"/>
                <a:cs typeface="Poppins" pitchFamily="2" charset="77"/>
              </a:defRPr>
            </a:lvl1pPr>
          </a:lstStyle>
          <a:p>
            <a:r>
              <a:rPr lang="es-MX"/>
              <a:t>Haz clic para modificar el estilo de título del patrón</a:t>
            </a:r>
            <a:endParaRPr/>
          </a:p>
        </p:txBody>
      </p:sp>
      <p:sp>
        <p:nvSpPr>
          <p:cNvPr id="3" name="Marcador de texto 2">
            <a:extLst>
              <a:ext uri="{FF2B5EF4-FFF2-40B4-BE49-F238E27FC236}">
                <a16:creationId xmlns:a16="http://schemas.microsoft.com/office/drawing/2014/main" id="{3C09335F-9A58-4246-B8EF-2C3A4F00CA1E}"/>
              </a:ext>
            </a:extLst>
          </p:cNvPr>
          <p:cNvSpPr>
            <a:spLocks noGrp="1"/>
          </p:cNvSpPr>
          <p:nvPr>
            <p:ph type="body" idx="1"/>
          </p:nvPr>
        </p:nvSpPr>
        <p:spPr>
          <a:xfrm>
            <a:off x="839788" y="1681163"/>
            <a:ext cx="5157787" cy="823912"/>
          </a:xfrm>
        </p:spPr>
        <p:txBody>
          <a:bodyPr anchor="b"/>
          <a:lstStyle>
            <a:lvl1pPr marL="0" indent="0">
              <a:buNone/>
              <a:defRPr sz="2400" b="1">
                <a:latin typeface="Poppins" pitchFamily="2" charset="77"/>
                <a:cs typeface="Poppi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Marcador de contenido 3">
            <a:extLst>
              <a:ext uri="{FF2B5EF4-FFF2-40B4-BE49-F238E27FC236}">
                <a16:creationId xmlns:a16="http://schemas.microsoft.com/office/drawing/2014/main" id="{4F6114D4-9252-804A-A2D0-81FCBA65491D}"/>
              </a:ext>
            </a:extLst>
          </p:cNvPr>
          <p:cNvSpPr>
            <a:spLocks noGrp="1"/>
          </p:cNvSpPr>
          <p:nvPr>
            <p:ph sz="half" idx="2"/>
          </p:nvPr>
        </p:nvSpPr>
        <p:spPr>
          <a:xfrm>
            <a:off x="839788" y="2505075"/>
            <a:ext cx="5157787" cy="3490997"/>
          </a:xfrm>
        </p:spPr>
        <p:txBody>
          <a:bodyPr/>
          <a:lstStyle>
            <a:lvl1pPr>
              <a:defRPr>
                <a:latin typeface="Poppins" pitchFamily="2" charset="77"/>
                <a:cs typeface="Poppins" pitchFamily="2" charset="77"/>
              </a:defRPr>
            </a:lvl1pPr>
            <a:lvl2pPr>
              <a:defRPr>
                <a:latin typeface="Poppins" pitchFamily="2" charset="77"/>
                <a:cs typeface="Poppins" pitchFamily="2" charset="77"/>
              </a:defRPr>
            </a:lvl2pPr>
            <a:lvl3pPr>
              <a:defRPr>
                <a:latin typeface="Poppins" pitchFamily="2" charset="77"/>
                <a:cs typeface="Poppins" pitchFamily="2" charset="77"/>
              </a:defRPr>
            </a:lvl3pPr>
            <a:lvl4pPr>
              <a:defRPr>
                <a:latin typeface="Poppins" pitchFamily="2" charset="77"/>
                <a:cs typeface="Poppins" pitchFamily="2" charset="77"/>
              </a:defRPr>
            </a:lvl4pPr>
            <a:lvl5pPr>
              <a:defRPr>
                <a:latin typeface="Poppins" pitchFamily="2" charset="77"/>
                <a:cs typeface="Poppins"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5" name="Marcador de texto 4">
            <a:extLst>
              <a:ext uri="{FF2B5EF4-FFF2-40B4-BE49-F238E27FC236}">
                <a16:creationId xmlns:a16="http://schemas.microsoft.com/office/drawing/2014/main" id="{770F59E7-3BC6-4548-B629-50002C1CFDF0}"/>
              </a:ext>
            </a:extLst>
          </p:cNvPr>
          <p:cNvSpPr>
            <a:spLocks noGrp="1"/>
          </p:cNvSpPr>
          <p:nvPr>
            <p:ph type="body" sz="quarter" idx="3"/>
          </p:nvPr>
        </p:nvSpPr>
        <p:spPr>
          <a:xfrm>
            <a:off x="6172200" y="1681163"/>
            <a:ext cx="5183188" cy="823912"/>
          </a:xfrm>
        </p:spPr>
        <p:txBody>
          <a:bodyPr anchor="b"/>
          <a:lstStyle>
            <a:lvl1pPr marL="0" indent="0">
              <a:buNone/>
              <a:defRPr sz="2400" b="1">
                <a:latin typeface="Poppins" pitchFamily="2" charset="77"/>
                <a:cs typeface="Poppins"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Marcador de contenido 5">
            <a:extLst>
              <a:ext uri="{FF2B5EF4-FFF2-40B4-BE49-F238E27FC236}">
                <a16:creationId xmlns:a16="http://schemas.microsoft.com/office/drawing/2014/main" id="{258AEE18-7B84-8F4D-87BD-6A2E5599069B}"/>
              </a:ext>
            </a:extLst>
          </p:cNvPr>
          <p:cNvSpPr>
            <a:spLocks noGrp="1"/>
          </p:cNvSpPr>
          <p:nvPr>
            <p:ph sz="quarter" idx="4"/>
          </p:nvPr>
        </p:nvSpPr>
        <p:spPr>
          <a:xfrm>
            <a:off x="6172200" y="2505075"/>
            <a:ext cx="5183188" cy="3490995"/>
          </a:xfrm>
        </p:spPr>
        <p:txBody>
          <a:bodyPr/>
          <a:lstStyle>
            <a:lvl1pPr>
              <a:defRPr>
                <a:latin typeface="Poppins" pitchFamily="2" charset="77"/>
                <a:cs typeface="Poppins" pitchFamily="2" charset="77"/>
              </a:defRPr>
            </a:lvl1pPr>
            <a:lvl2pPr>
              <a:defRPr>
                <a:latin typeface="Poppins" pitchFamily="2" charset="77"/>
                <a:cs typeface="Poppins" pitchFamily="2" charset="77"/>
              </a:defRPr>
            </a:lvl2pPr>
            <a:lvl3pPr>
              <a:defRPr>
                <a:latin typeface="Poppins" pitchFamily="2" charset="77"/>
                <a:cs typeface="Poppins" pitchFamily="2" charset="77"/>
              </a:defRPr>
            </a:lvl3pPr>
            <a:lvl4pPr>
              <a:defRPr>
                <a:latin typeface="Poppins" pitchFamily="2" charset="77"/>
                <a:cs typeface="Poppins" pitchFamily="2" charset="77"/>
              </a:defRPr>
            </a:lvl4pPr>
            <a:lvl5pPr>
              <a:defRPr>
                <a:latin typeface="Poppins" pitchFamily="2" charset="77"/>
                <a:cs typeface="Poppins" pitchFamily="2" charset="77"/>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7" name="Marcador de fecha 6">
            <a:extLst>
              <a:ext uri="{FF2B5EF4-FFF2-40B4-BE49-F238E27FC236}">
                <a16:creationId xmlns:a16="http://schemas.microsoft.com/office/drawing/2014/main" id="{8B10559E-7322-354C-A3FF-1EB521A41FE1}"/>
              </a:ext>
            </a:extLst>
          </p:cNvPr>
          <p:cNvSpPr>
            <a:spLocks noGrp="1"/>
          </p:cNvSpPr>
          <p:nvPr>
            <p:ph type="dt" sz="half" idx="10"/>
          </p:nvPr>
        </p:nvSpPr>
        <p:spPr/>
        <p:txBody>
          <a:bodyPr/>
          <a:lstStyle>
            <a:lvl1pPr>
              <a:defRPr>
                <a:latin typeface="Poppins" pitchFamily="2" charset="77"/>
                <a:cs typeface="Poppins" pitchFamily="2" charset="77"/>
              </a:defRPr>
            </a:lvl1pPr>
          </a:lstStyle>
          <a:p>
            <a:fld id="{CFACC4EE-0BEF-1646-BAF7-943324C0CB09}" type="datetimeFigureOut">
              <a:rPr lang="es-MX" smtClean="0"/>
              <a:pPr/>
              <a:t>03/12/21</a:t>
            </a:fld>
            <a:endParaRPr lang="es-MX"/>
          </a:p>
        </p:txBody>
      </p:sp>
      <p:sp>
        <p:nvSpPr>
          <p:cNvPr id="8" name="Marcador de pie de página 7">
            <a:extLst>
              <a:ext uri="{FF2B5EF4-FFF2-40B4-BE49-F238E27FC236}">
                <a16:creationId xmlns:a16="http://schemas.microsoft.com/office/drawing/2014/main" id="{1B24FE0E-CCE7-8F4D-AE8D-C34BF891836B}"/>
              </a:ext>
            </a:extLst>
          </p:cNvPr>
          <p:cNvSpPr>
            <a:spLocks noGrp="1"/>
          </p:cNvSpPr>
          <p:nvPr>
            <p:ph type="ftr" sz="quarter" idx="11"/>
          </p:nvPr>
        </p:nvSpPr>
        <p:spPr/>
        <p:txBody>
          <a:bodyPr/>
          <a:lstStyle>
            <a:lvl1pPr>
              <a:defRPr>
                <a:latin typeface="Poppins" pitchFamily="2" charset="77"/>
                <a:cs typeface="Poppins" pitchFamily="2" charset="77"/>
              </a:defRPr>
            </a:lvl1pPr>
          </a:lstStyle>
          <a:p>
            <a:endParaRPr lang="es-MX"/>
          </a:p>
        </p:txBody>
      </p:sp>
      <p:sp>
        <p:nvSpPr>
          <p:cNvPr id="9" name="Marcador de número de diapositiva 8">
            <a:extLst>
              <a:ext uri="{FF2B5EF4-FFF2-40B4-BE49-F238E27FC236}">
                <a16:creationId xmlns:a16="http://schemas.microsoft.com/office/drawing/2014/main" id="{BF84FF45-7BE1-3C4A-B248-39D9851180A8}"/>
              </a:ext>
            </a:extLst>
          </p:cNvPr>
          <p:cNvSpPr>
            <a:spLocks noGrp="1"/>
          </p:cNvSpPr>
          <p:nvPr>
            <p:ph type="sldNum" sz="quarter" idx="12"/>
          </p:nvPr>
        </p:nvSpPr>
        <p:spPr/>
        <p:txBody>
          <a:bodyPr/>
          <a:lstStyle>
            <a:lvl1pPr>
              <a:defRPr>
                <a:latin typeface="Poppins" pitchFamily="2" charset="77"/>
                <a:cs typeface="Poppins" pitchFamily="2" charset="77"/>
              </a:defRPr>
            </a:lvl1pPr>
          </a:lstStyle>
          <a:p>
            <a:fld id="{C7F360A6-EFCD-2545-B53E-EBAEC0C880D9}" type="slidenum">
              <a:rPr lang="es-MX" smtClean="0"/>
              <a:pPr/>
              <a:t>‹Nº›</a:t>
            </a:fld>
            <a:endParaRPr lang="es-MX"/>
          </a:p>
        </p:txBody>
      </p:sp>
      <p:pic>
        <p:nvPicPr>
          <p:cNvPr id="10" name="Imagen 9">
            <a:extLst>
              <a:ext uri="{FF2B5EF4-FFF2-40B4-BE49-F238E27FC236}">
                <a16:creationId xmlns:a16="http://schemas.microsoft.com/office/drawing/2014/main" id="{C2768403-0699-6147-AB48-B902B60CAC72}"/>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11" name="Picture 2" descr="Inicio - Comisión Estatal de Aguas Querétaro">
            <a:extLst>
              <a:ext uri="{FF2B5EF4-FFF2-40B4-BE49-F238E27FC236}">
                <a16:creationId xmlns:a16="http://schemas.microsoft.com/office/drawing/2014/main" id="{722EB5F6-9BD9-8C41-9D82-3F1F2CF59CB9}"/>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12" name="Conector recto 11">
            <a:extLst>
              <a:ext uri="{FF2B5EF4-FFF2-40B4-BE49-F238E27FC236}">
                <a16:creationId xmlns:a16="http://schemas.microsoft.com/office/drawing/2014/main" id="{271845F5-75C2-7D4F-8457-B84A7D3D2B9D}"/>
              </a:ext>
            </a:extLst>
          </p:cNvPr>
          <p:cNvCxnSpPr>
            <a:cxnSpLocks/>
          </p:cNvCxnSpPr>
          <p:nvPr userDrawn="1"/>
        </p:nvCxnSpPr>
        <p:spPr>
          <a:xfrm>
            <a:off x="0" y="603500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5456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DB5B7A4-3D5F-8045-A047-9EAF5E2EB2C9}"/>
              </a:ext>
            </a:extLst>
          </p:cNvPr>
          <p:cNvSpPr>
            <a:spLocks noGrp="1"/>
          </p:cNvSpPr>
          <p:nvPr>
            <p:ph type="title"/>
          </p:nvPr>
        </p:nvSpPr>
        <p:spPr/>
        <p:txBody>
          <a:bodyPr/>
          <a:lstStyle>
            <a:lvl1pPr>
              <a:defRPr>
                <a:latin typeface="Poppins" pitchFamily="2" charset="77"/>
                <a:cs typeface="Poppins" pitchFamily="2" charset="77"/>
              </a:defRPr>
            </a:lvl1pPr>
          </a:lstStyle>
          <a:p>
            <a:r>
              <a:rPr lang="es-MX"/>
              <a:t>Haz clic para modificar el estilo de título del patrón</a:t>
            </a:r>
            <a:endParaRPr/>
          </a:p>
        </p:txBody>
      </p:sp>
      <p:sp>
        <p:nvSpPr>
          <p:cNvPr id="3" name="Marcador de fecha 2">
            <a:extLst>
              <a:ext uri="{FF2B5EF4-FFF2-40B4-BE49-F238E27FC236}">
                <a16:creationId xmlns:a16="http://schemas.microsoft.com/office/drawing/2014/main" id="{13725EA8-F73B-FE4A-8D01-6FEA6F118136}"/>
              </a:ext>
            </a:extLst>
          </p:cNvPr>
          <p:cNvSpPr>
            <a:spLocks noGrp="1"/>
          </p:cNvSpPr>
          <p:nvPr>
            <p:ph type="dt" sz="half" idx="10"/>
          </p:nvPr>
        </p:nvSpPr>
        <p:spPr/>
        <p:txBody>
          <a:bodyPr/>
          <a:lstStyle>
            <a:lvl1pPr>
              <a:defRPr>
                <a:latin typeface="Poppins" pitchFamily="2" charset="77"/>
                <a:cs typeface="Poppins" pitchFamily="2" charset="77"/>
              </a:defRPr>
            </a:lvl1pPr>
          </a:lstStyle>
          <a:p>
            <a:fld id="{CFACC4EE-0BEF-1646-BAF7-943324C0CB09}" type="datetimeFigureOut">
              <a:rPr lang="es-MX" smtClean="0"/>
              <a:pPr/>
              <a:t>03/12/21</a:t>
            </a:fld>
            <a:endParaRPr lang="es-MX"/>
          </a:p>
        </p:txBody>
      </p:sp>
      <p:sp>
        <p:nvSpPr>
          <p:cNvPr id="4" name="Marcador de pie de página 3">
            <a:extLst>
              <a:ext uri="{FF2B5EF4-FFF2-40B4-BE49-F238E27FC236}">
                <a16:creationId xmlns:a16="http://schemas.microsoft.com/office/drawing/2014/main" id="{40086FE5-BEC3-BF4F-9AB2-EFB304DFC400}"/>
              </a:ext>
            </a:extLst>
          </p:cNvPr>
          <p:cNvSpPr>
            <a:spLocks noGrp="1"/>
          </p:cNvSpPr>
          <p:nvPr>
            <p:ph type="ftr" sz="quarter" idx="11"/>
          </p:nvPr>
        </p:nvSpPr>
        <p:spPr/>
        <p:txBody>
          <a:bodyPr/>
          <a:lstStyle>
            <a:lvl1pPr>
              <a:defRPr>
                <a:latin typeface="Poppins" pitchFamily="2" charset="77"/>
                <a:cs typeface="Poppins" pitchFamily="2" charset="77"/>
              </a:defRPr>
            </a:lvl1pPr>
          </a:lstStyle>
          <a:p>
            <a:endParaRPr lang="es-MX"/>
          </a:p>
        </p:txBody>
      </p:sp>
      <p:sp>
        <p:nvSpPr>
          <p:cNvPr id="5" name="Marcador de número de diapositiva 4">
            <a:extLst>
              <a:ext uri="{FF2B5EF4-FFF2-40B4-BE49-F238E27FC236}">
                <a16:creationId xmlns:a16="http://schemas.microsoft.com/office/drawing/2014/main" id="{1804F421-E186-2842-938B-667D500B8597}"/>
              </a:ext>
            </a:extLst>
          </p:cNvPr>
          <p:cNvSpPr>
            <a:spLocks noGrp="1"/>
          </p:cNvSpPr>
          <p:nvPr>
            <p:ph type="sldNum" sz="quarter" idx="12"/>
          </p:nvPr>
        </p:nvSpPr>
        <p:spPr/>
        <p:txBody>
          <a:bodyPr/>
          <a:lstStyle>
            <a:lvl1pPr>
              <a:defRPr>
                <a:latin typeface="Poppins" pitchFamily="2" charset="77"/>
                <a:cs typeface="Poppins" pitchFamily="2" charset="77"/>
              </a:defRPr>
            </a:lvl1pPr>
          </a:lstStyle>
          <a:p>
            <a:fld id="{C7F360A6-EFCD-2545-B53E-EBAEC0C880D9}" type="slidenum">
              <a:rPr lang="es-MX" smtClean="0"/>
              <a:pPr/>
              <a:t>‹Nº›</a:t>
            </a:fld>
            <a:endParaRPr lang="es-MX"/>
          </a:p>
        </p:txBody>
      </p:sp>
      <p:pic>
        <p:nvPicPr>
          <p:cNvPr id="6" name="Imagen 5">
            <a:extLst>
              <a:ext uri="{FF2B5EF4-FFF2-40B4-BE49-F238E27FC236}">
                <a16:creationId xmlns:a16="http://schemas.microsoft.com/office/drawing/2014/main" id="{7676782A-60E9-EC4A-9AC9-12A55ABEAFEF}"/>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7" name="Picture 2" descr="Inicio - Comisión Estatal de Aguas Querétaro">
            <a:extLst>
              <a:ext uri="{FF2B5EF4-FFF2-40B4-BE49-F238E27FC236}">
                <a16:creationId xmlns:a16="http://schemas.microsoft.com/office/drawing/2014/main" id="{BB15CDD4-6B02-854A-852E-82F2684C7406}"/>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8" name="Conector recto 7">
            <a:extLst>
              <a:ext uri="{FF2B5EF4-FFF2-40B4-BE49-F238E27FC236}">
                <a16:creationId xmlns:a16="http://schemas.microsoft.com/office/drawing/2014/main" id="{2FB1B164-1733-9846-929A-0F19646C6E1E}"/>
              </a:ext>
            </a:extLst>
          </p:cNvPr>
          <p:cNvCxnSpPr>
            <a:cxnSpLocks/>
          </p:cNvCxnSpPr>
          <p:nvPr userDrawn="1"/>
        </p:nvCxnSpPr>
        <p:spPr>
          <a:xfrm>
            <a:off x="0" y="603500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45302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34003EA-7BD8-7E44-B55E-BBFF4797A408}"/>
              </a:ext>
            </a:extLst>
          </p:cNvPr>
          <p:cNvSpPr>
            <a:spLocks noGrp="1"/>
          </p:cNvSpPr>
          <p:nvPr>
            <p:ph type="dt" sz="half" idx="10"/>
          </p:nvPr>
        </p:nvSpPr>
        <p:spPr/>
        <p:txBody>
          <a:bodyPr/>
          <a:lstStyle/>
          <a:p>
            <a:fld id="{CFACC4EE-0BEF-1646-BAF7-943324C0CB09}" type="datetimeFigureOut">
              <a:rPr lang="es-MX" smtClean="0"/>
              <a:t>03/12/21</a:t>
            </a:fld>
            <a:endParaRPr lang="es-MX"/>
          </a:p>
        </p:txBody>
      </p:sp>
      <p:sp>
        <p:nvSpPr>
          <p:cNvPr id="3" name="Marcador de pie de página 2">
            <a:extLst>
              <a:ext uri="{FF2B5EF4-FFF2-40B4-BE49-F238E27FC236}">
                <a16:creationId xmlns:a16="http://schemas.microsoft.com/office/drawing/2014/main" id="{59D5E602-F22E-1641-993C-97C2248990A0}"/>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064B0CB6-E9A5-3E43-84F2-72533CB8D9DA}"/>
              </a:ext>
            </a:extLst>
          </p:cNvPr>
          <p:cNvSpPr>
            <a:spLocks noGrp="1"/>
          </p:cNvSpPr>
          <p:nvPr>
            <p:ph type="sldNum" sz="quarter" idx="12"/>
          </p:nvPr>
        </p:nvSpPr>
        <p:spPr/>
        <p:txBody>
          <a:bodyPr/>
          <a:lstStyle/>
          <a:p>
            <a:fld id="{C7F360A6-EFCD-2545-B53E-EBAEC0C880D9}" type="slidenum">
              <a:rPr lang="es-MX" smtClean="0"/>
              <a:t>‹Nº›</a:t>
            </a:fld>
            <a:endParaRPr lang="es-MX"/>
          </a:p>
        </p:txBody>
      </p:sp>
      <p:pic>
        <p:nvPicPr>
          <p:cNvPr id="5" name="Imagen 4">
            <a:extLst>
              <a:ext uri="{FF2B5EF4-FFF2-40B4-BE49-F238E27FC236}">
                <a16:creationId xmlns:a16="http://schemas.microsoft.com/office/drawing/2014/main" id="{6B54B3F0-058F-E44C-9BFD-AFAF34F65C40}"/>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6" name="Picture 2" descr="Inicio - Comisión Estatal de Aguas Querétaro">
            <a:extLst>
              <a:ext uri="{FF2B5EF4-FFF2-40B4-BE49-F238E27FC236}">
                <a16:creationId xmlns:a16="http://schemas.microsoft.com/office/drawing/2014/main" id="{4C449891-D561-6D4C-87AF-4D499EC08CE2}"/>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7" name="Conector recto 6">
            <a:extLst>
              <a:ext uri="{FF2B5EF4-FFF2-40B4-BE49-F238E27FC236}">
                <a16:creationId xmlns:a16="http://schemas.microsoft.com/office/drawing/2014/main" id="{76EBFA79-005C-0A42-B8FF-21D97384AF4F}"/>
              </a:ext>
            </a:extLst>
          </p:cNvPr>
          <p:cNvCxnSpPr>
            <a:cxnSpLocks/>
          </p:cNvCxnSpPr>
          <p:nvPr userDrawn="1"/>
        </p:nvCxnSpPr>
        <p:spPr>
          <a:xfrm>
            <a:off x="0" y="603500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22270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9074ED-4AAA-5F48-964D-903A5C2909A9}"/>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a:p>
        </p:txBody>
      </p:sp>
      <p:sp>
        <p:nvSpPr>
          <p:cNvPr id="3" name="Marcador de contenido 2">
            <a:extLst>
              <a:ext uri="{FF2B5EF4-FFF2-40B4-BE49-F238E27FC236}">
                <a16:creationId xmlns:a16="http://schemas.microsoft.com/office/drawing/2014/main" id="{F0F4473F-5310-5D4B-8DE2-9BE0BF518DC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texto 3">
            <a:extLst>
              <a:ext uri="{FF2B5EF4-FFF2-40B4-BE49-F238E27FC236}">
                <a16:creationId xmlns:a16="http://schemas.microsoft.com/office/drawing/2014/main" id="{5F7CF357-8F10-DA4D-A3BD-F5E3574B54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27415060-5BBF-E74D-A04D-30280FC2B6D0}"/>
              </a:ext>
            </a:extLst>
          </p:cNvPr>
          <p:cNvSpPr>
            <a:spLocks noGrp="1"/>
          </p:cNvSpPr>
          <p:nvPr>
            <p:ph type="dt" sz="half" idx="10"/>
          </p:nvPr>
        </p:nvSpPr>
        <p:spPr/>
        <p:txBody>
          <a:bodyPr/>
          <a:lstStyle/>
          <a:p>
            <a:fld id="{CFACC4EE-0BEF-1646-BAF7-943324C0CB09}" type="datetimeFigureOut">
              <a:rPr lang="es-MX" smtClean="0"/>
              <a:t>03/12/21</a:t>
            </a:fld>
            <a:endParaRPr lang="es-MX"/>
          </a:p>
        </p:txBody>
      </p:sp>
      <p:sp>
        <p:nvSpPr>
          <p:cNvPr id="6" name="Marcador de pie de página 5">
            <a:extLst>
              <a:ext uri="{FF2B5EF4-FFF2-40B4-BE49-F238E27FC236}">
                <a16:creationId xmlns:a16="http://schemas.microsoft.com/office/drawing/2014/main" id="{6A312389-146B-9D42-BB33-62BC2CAFD33E}"/>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F5955C5-63BA-DE4D-943F-94F1810C697B}"/>
              </a:ext>
            </a:extLst>
          </p:cNvPr>
          <p:cNvSpPr>
            <a:spLocks noGrp="1"/>
          </p:cNvSpPr>
          <p:nvPr>
            <p:ph type="sldNum" sz="quarter" idx="12"/>
          </p:nvPr>
        </p:nvSpPr>
        <p:spPr/>
        <p:txBody>
          <a:bodyPr/>
          <a:lstStyle/>
          <a:p>
            <a:fld id="{C7F360A6-EFCD-2545-B53E-EBAEC0C880D9}" type="slidenum">
              <a:rPr lang="es-MX" smtClean="0"/>
              <a:t>‹Nº›</a:t>
            </a:fld>
            <a:endParaRPr lang="es-MX"/>
          </a:p>
        </p:txBody>
      </p:sp>
      <p:pic>
        <p:nvPicPr>
          <p:cNvPr id="8" name="Imagen 7">
            <a:extLst>
              <a:ext uri="{FF2B5EF4-FFF2-40B4-BE49-F238E27FC236}">
                <a16:creationId xmlns:a16="http://schemas.microsoft.com/office/drawing/2014/main" id="{70A6C11B-2BA0-2247-B0B0-B733B5845B06}"/>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9" name="Picture 2" descr="Inicio - Comisión Estatal de Aguas Querétaro">
            <a:extLst>
              <a:ext uri="{FF2B5EF4-FFF2-40B4-BE49-F238E27FC236}">
                <a16:creationId xmlns:a16="http://schemas.microsoft.com/office/drawing/2014/main" id="{3BA5FF85-966B-8A49-946D-8CE1BD5D7126}"/>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9">
            <a:extLst>
              <a:ext uri="{FF2B5EF4-FFF2-40B4-BE49-F238E27FC236}">
                <a16:creationId xmlns:a16="http://schemas.microsoft.com/office/drawing/2014/main" id="{EA1C0F1F-5241-084D-86AB-0878F57220B7}"/>
              </a:ext>
            </a:extLst>
          </p:cNvPr>
          <p:cNvCxnSpPr>
            <a:cxnSpLocks/>
          </p:cNvCxnSpPr>
          <p:nvPr userDrawn="1"/>
        </p:nvCxnSpPr>
        <p:spPr>
          <a:xfrm>
            <a:off x="0" y="603500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6123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1FF764-FD74-0E43-8631-C17BABD8EE88}"/>
              </a:ext>
            </a:extLst>
          </p:cNvPr>
          <p:cNvSpPr>
            <a:spLocks noGrp="1"/>
          </p:cNvSpPr>
          <p:nvPr>
            <p:ph type="title"/>
          </p:nvPr>
        </p:nvSpPr>
        <p:spPr>
          <a:xfrm>
            <a:off x="839788" y="457200"/>
            <a:ext cx="3932237" cy="1600200"/>
          </a:xfrm>
        </p:spPr>
        <p:txBody>
          <a:bodyPr anchor="b"/>
          <a:lstStyle>
            <a:lvl1pPr>
              <a:defRPr sz="3200"/>
            </a:lvl1pPr>
          </a:lstStyle>
          <a:p>
            <a:r>
              <a:rPr lang="es-MX"/>
              <a:t>Haz clic para modificar el estilo de título del patrón</a:t>
            </a:r>
            <a:endParaRPr/>
          </a:p>
        </p:txBody>
      </p:sp>
      <p:sp>
        <p:nvSpPr>
          <p:cNvPr id="3" name="Marcador de posición de imagen 2">
            <a:extLst>
              <a:ext uri="{FF2B5EF4-FFF2-40B4-BE49-F238E27FC236}">
                <a16:creationId xmlns:a16="http://schemas.microsoft.com/office/drawing/2014/main" id="{FBBDCA41-9FC4-BF46-9FC3-B072C688612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Marcador de texto 3">
            <a:extLst>
              <a:ext uri="{FF2B5EF4-FFF2-40B4-BE49-F238E27FC236}">
                <a16:creationId xmlns:a16="http://schemas.microsoft.com/office/drawing/2014/main" id="{34A5AD44-F873-8B4D-9B54-ECA919D889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MX"/>
              <a:t>Haga clic para modificar los estilos de texto del patrón</a:t>
            </a:r>
          </a:p>
        </p:txBody>
      </p:sp>
      <p:sp>
        <p:nvSpPr>
          <p:cNvPr id="5" name="Marcador de fecha 4">
            <a:extLst>
              <a:ext uri="{FF2B5EF4-FFF2-40B4-BE49-F238E27FC236}">
                <a16:creationId xmlns:a16="http://schemas.microsoft.com/office/drawing/2014/main" id="{CD5E7EC0-7B51-9C47-A354-2A12A273A51E}"/>
              </a:ext>
            </a:extLst>
          </p:cNvPr>
          <p:cNvSpPr>
            <a:spLocks noGrp="1"/>
          </p:cNvSpPr>
          <p:nvPr>
            <p:ph type="dt" sz="half" idx="10"/>
          </p:nvPr>
        </p:nvSpPr>
        <p:spPr/>
        <p:txBody>
          <a:bodyPr/>
          <a:lstStyle/>
          <a:p>
            <a:fld id="{CFACC4EE-0BEF-1646-BAF7-943324C0CB09}" type="datetimeFigureOut">
              <a:rPr lang="es-MX" smtClean="0"/>
              <a:t>03/12/21</a:t>
            </a:fld>
            <a:endParaRPr lang="es-MX"/>
          </a:p>
        </p:txBody>
      </p:sp>
      <p:sp>
        <p:nvSpPr>
          <p:cNvPr id="6" name="Marcador de pie de página 5">
            <a:extLst>
              <a:ext uri="{FF2B5EF4-FFF2-40B4-BE49-F238E27FC236}">
                <a16:creationId xmlns:a16="http://schemas.microsoft.com/office/drawing/2014/main" id="{EA58E4B8-53B0-684E-91AB-555A6A8D4B8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3243C4BD-D212-F445-AB8D-297ACD152CDB}"/>
              </a:ext>
            </a:extLst>
          </p:cNvPr>
          <p:cNvSpPr>
            <a:spLocks noGrp="1"/>
          </p:cNvSpPr>
          <p:nvPr>
            <p:ph type="sldNum" sz="quarter" idx="12"/>
          </p:nvPr>
        </p:nvSpPr>
        <p:spPr/>
        <p:txBody>
          <a:bodyPr/>
          <a:lstStyle/>
          <a:p>
            <a:fld id="{C7F360A6-EFCD-2545-B53E-EBAEC0C880D9}" type="slidenum">
              <a:rPr lang="es-MX" smtClean="0"/>
              <a:t>‹Nº›</a:t>
            </a:fld>
            <a:endParaRPr lang="es-MX"/>
          </a:p>
        </p:txBody>
      </p:sp>
      <p:pic>
        <p:nvPicPr>
          <p:cNvPr id="8" name="Imagen 7">
            <a:extLst>
              <a:ext uri="{FF2B5EF4-FFF2-40B4-BE49-F238E27FC236}">
                <a16:creationId xmlns:a16="http://schemas.microsoft.com/office/drawing/2014/main" id="{4CE263D6-D744-A94D-9A60-BD5482BCD2BB}"/>
              </a:ext>
            </a:extLst>
          </p:cNvPr>
          <p:cNvPicPr>
            <a:picLocks noChangeAspect="1"/>
          </p:cNvPicPr>
          <p:nvPr userDrawn="1"/>
        </p:nvPicPr>
        <p:blipFill>
          <a:blip r:embed="rId2"/>
          <a:stretch>
            <a:fillRect/>
          </a:stretch>
        </p:blipFill>
        <p:spPr>
          <a:xfrm>
            <a:off x="11353799" y="6073943"/>
            <a:ext cx="796963" cy="796963"/>
          </a:xfrm>
          <a:prstGeom prst="rect">
            <a:avLst/>
          </a:prstGeom>
        </p:spPr>
      </p:pic>
      <p:pic>
        <p:nvPicPr>
          <p:cNvPr id="9" name="Picture 2" descr="Inicio - Comisión Estatal de Aguas Querétaro">
            <a:extLst>
              <a:ext uri="{FF2B5EF4-FFF2-40B4-BE49-F238E27FC236}">
                <a16:creationId xmlns:a16="http://schemas.microsoft.com/office/drawing/2014/main" id="{7FB95404-785B-E640-BCE4-68D788D3335E}"/>
              </a:ext>
            </a:extLst>
          </p:cNvPr>
          <p:cNvPicPr>
            <a:picLocks noChangeAspect="1" noChangeArrowheads="1"/>
          </p:cNvPicPr>
          <p:nvPr userDrawn="1"/>
        </p:nvPicPr>
        <p:blipFill rotWithShape="1">
          <a:blip r:embed="rId3">
            <a:extLst>
              <a:ext uri="{28A0092B-C50C-407E-A947-70E740481C1C}">
                <a14:useLocalDpi xmlns:a14="http://schemas.microsoft.com/office/drawing/2010/main" val="0"/>
              </a:ext>
            </a:extLst>
          </a:blip>
          <a:srcRect l="8457" t="20610" r="66118" b="17918"/>
          <a:stretch/>
        </p:blipFill>
        <p:spPr bwMode="auto">
          <a:xfrm>
            <a:off x="41236" y="6059399"/>
            <a:ext cx="796963" cy="800675"/>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Conector recto 9">
            <a:extLst>
              <a:ext uri="{FF2B5EF4-FFF2-40B4-BE49-F238E27FC236}">
                <a16:creationId xmlns:a16="http://schemas.microsoft.com/office/drawing/2014/main" id="{F3CACC7F-4EC3-6D42-AEDD-7B7F977823AB}"/>
              </a:ext>
            </a:extLst>
          </p:cNvPr>
          <p:cNvCxnSpPr>
            <a:cxnSpLocks/>
          </p:cNvCxnSpPr>
          <p:nvPr userDrawn="1"/>
        </p:nvCxnSpPr>
        <p:spPr>
          <a:xfrm>
            <a:off x="0" y="6035008"/>
            <a:ext cx="12192000" cy="0"/>
          </a:xfrm>
          <a:prstGeom prst="line">
            <a:avLst/>
          </a:prstGeom>
          <a:ln w="28575">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62911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BA9C45-6D13-964C-A75A-A7D00E674524}"/>
              </a:ext>
            </a:extLst>
          </p:cNvPr>
          <p:cNvSpPr>
            <a:spLocks noGrp="1"/>
          </p:cNvSpPr>
          <p:nvPr>
            <p:ph type="title"/>
          </p:nvPr>
        </p:nvSpPr>
        <p:spPr/>
        <p:txBody>
          <a:bodyPr/>
          <a:lstStyle/>
          <a:p>
            <a:r>
              <a:rPr lang="es-MX"/>
              <a:t>Haz clic para modificar el estilo de título del patrón</a:t>
            </a:r>
            <a:endParaRPr/>
          </a:p>
        </p:txBody>
      </p:sp>
      <p:sp>
        <p:nvSpPr>
          <p:cNvPr id="3" name="Marcador de texto vertical 2">
            <a:extLst>
              <a:ext uri="{FF2B5EF4-FFF2-40B4-BE49-F238E27FC236}">
                <a16:creationId xmlns:a16="http://schemas.microsoft.com/office/drawing/2014/main" id="{3BBDD81D-1362-3949-939A-661A8DC8588D}"/>
              </a:ext>
            </a:extLst>
          </p:cNvPr>
          <p:cNvSpPr>
            <a:spLocks noGrp="1"/>
          </p:cNvSpPr>
          <p:nvPr>
            <p:ph type="body" orient="vert" idx="1"/>
          </p:nvPr>
        </p:nvSpPr>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39CCC092-82F7-7545-823D-12CFD2E15EDE}"/>
              </a:ext>
            </a:extLst>
          </p:cNvPr>
          <p:cNvSpPr>
            <a:spLocks noGrp="1"/>
          </p:cNvSpPr>
          <p:nvPr>
            <p:ph type="dt" sz="half" idx="10"/>
          </p:nvPr>
        </p:nvSpPr>
        <p:spPr/>
        <p:txBody>
          <a:bodyPr/>
          <a:lstStyle/>
          <a:p>
            <a:fld id="{CFACC4EE-0BEF-1646-BAF7-943324C0CB09}" type="datetimeFigureOut">
              <a:rPr lang="es-MX" smtClean="0"/>
              <a:t>03/12/21</a:t>
            </a:fld>
            <a:endParaRPr lang="es-MX"/>
          </a:p>
        </p:txBody>
      </p:sp>
      <p:sp>
        <p:nvSpPr>
          <p:cNvPr id="5" name="Marcador de pie de página 4">
            <a:extLst>
              <a:ext uri="{FF2B5EF4-FFF2-40B4-BE49-F238E27FC236}">
                <a16:creationId xmlns:a16="http://schemas.microsoft.com/office/drawing/2014/main" id="{D7E54E49-CBBB-FB45-8278-B7E0DAFD124F}"/>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614A9C2E-BB85-8E4D-9CAF-940812973BBB}"/>
              </a:ext>
            </a:extLst>
          </p:cNvPr>
          <p:cNvSpPr>
            <a:spLocks noGrp="1"/>
          </p:cNvSpPr>
          <p:nvPr>
            <p:ph type="sldNum" sz="quarter" idx="12"/>
          </p:nvPr>
        </p:nvSpPr>
        <p:spPr/>
        <p:txBody>
          <a:bodyPr/>
          <a:lstStyle/>
          <a:p>
            <a:fld id="{C7F360A6-EFCD-2545-B53E-EBAEC0C880D9}" type="slidenum">
              <a:rPr lang="es-MX" smtClean="0"/>
              <a:t>‹Nº›</a:t>
            </a:fld>
            <a:endParaRPr lang="es-MX"/>
          </a:p>
        </p:txBody>
      </p:sp>
    </p:spTree>
    <p:extLst>
      <p:ext uri="{BB962C8B-B14F-4D97-AF65-F5344CB8AC3E}">
        <p14:creationId xmlns:p14="http://schemas.microsoft.com/office/powerpoint/2010/main" val="39109597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5602DA1C-FA83-5546-9322-61257518A64F}"/>
              </a:ext>
            </a:extLst>
          </p:cNvPr>
          <p:cNvSpPr>
            <a:spLocks noGrp="1"/>
          </p:cNvSpPr>
          <p:nvPr>
            <p:ph type="title" orient="vert"/>
          </p:nvPr>
        </p:nvSpPr>
        <p:spPr>
          <a:xfrm>
            <a:off x="8724900" y="365125"/>
            <a:ext cx="2628900" cy="5811838"/>
          </a:xfrm>
        </p:spPr>
        <p:txBody>
          <a:bodyPr vert="eaVert"/>
          <a:lstStyle/>
          <a:p>
            <a:r>
              <a:rPr lang="es-MX"/>
              <a:t>Haz clic para modificar el estilo de título del patrón</a:t>
            </a:r>
            <a:endParaRPr/>
          </a:p>
        </p:txBody>
      </p:sp>
      <p:sp>
        <p:nvSpPr>
          <p:cNvPr id="3" name="Marcador de texto vertical 2">
            <a:extLst>
              <a:ext uri="{FF2B5EF4-FFF2-40B4-BE49-F238E27FC236}">
                <a16:creationId xmlns:a16="http://schemas.microsoft.com/office/drawing/2014/main" id="{29C8AB65-EABD-0E45-9782-F9D8700E70B7}"/>
              </a:ext>
            </a:extLst>
          </p:cNvPr>
          <p:cNvSpPr>
            <a:spLocks noGrp="1"/>
          </p:cNvSpPr>
          <p:nvPr>
            <p:ph type="body" orient="vert" idx="1"/>
          </p:nvPr>
        </p:nvSpPr>
        <p:spPr>
          <a:xfrm>
            <a:off x="838200" y="365125"/>
            <a:ext cx="7734300" cy="5811838"/>
          </a:xfrm>
        </p:spPr>
        <p:txBody>
          <a:bodyPr vert="eaVe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4560AA2B-8605-734A-B8C9-E411126523F8}"/>
              </a:ext>
            </a:extLst>
          </p:cNvPr>
          <p:cNvSpPr>
            <a:spLocks noGrp="1"/>
          </p:cNvSpPr>
          <p:nvPr>
            <p:ph type="dt" sz="half" idx="10"/>
          </p:nvPr>
        </p:nvSpPr>
        <p:spPr/>
        <p:txBody>
          <a:bodyPr/>
          <a:lstStyle/>
          <a:p>
            <a:fld id="{CFACC4EE-0BEF-1646-BAF7-943324C0CB09}" type="datetimeFigureOut">
              <a:rPr lang="es-MX" smtClean="0"/>
              <a:t>03/12/21</a:t>
            </a:fld>
            <a:endParaRPr lang="es-MX"/>
          </a:p>
        </p:txBody>
      </p:sp>
      <p:sp>
        <p:nvSpPr>
          <p:cNvPr id="5" name="Marcador de pie de página 4">
            <a:extLst>
              <a:ext uri="{FF2B5EF4-FFF2-40B4-BE49-F238E27FC236}">
                <a16:creationId xmlns:a16="http://schemas.microsoft.com/office/drawing/2014/main" id="{9857A913-4DF6-3B4E-BBC7-78727620223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7682148-4867-0C49-BF56-8B372820340E}"/>
              </a:ext>
            </a:extLst>
          </p:cNvPr>
          <p:cNvSpPr>
            <a:spLocks noGrp="1"/>
          </p:cNvSpPr>
          <p:nvPr>
            <p:ph type="sldNum" sz="quarter" idx="12"/>
          </p:nvPr>
        </p:nvSpPr>
        <p:spPr/>
        <p:txBody>
          <a:bodyPr/>
          <a:lstStyle/>
          <a:p>
            <a:fld id="{C7F360A6-EFCD-2545-B53E-EBAEC0C880D9}" type="slidenum">
              <a:rPr lang="es-MX" smtClean="0"/>
              <a:t>‹Nº›</a:t>
            </a:fld>
            <a:endParaRPr lang="es-MX"/>
          </a:p>
        </p:txBody>
      </p:sp>
    </p:spTree>
    <p:extLst>
      <p:ext uri="{BB962C8B-B14F-4D97-AF65-F5344CB8AC3E}">
        <p14:creationId xmlns:p14="http://schemas.microsoft.com/office/powerpoint/2010/main" val="23105066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D4526A2-F5A0-1D4F-9684-C099E63255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MX"/>
              <a:t>Haz clic para modificar el estilo de título del patrón</a:t>
            </a:r>
            <a:endParaRPr/>
          </a:p>
        </p:txBody>
      </p:sp>
      <p:sp>
        <p:nvSpPr>
          <p:cNvPr id="3" name="Marcador de texto 2">
            <a:extLst>
              <a:ext uri="{FF2B5EF4-FFF2-40B4-BE49-F238E27FC236}">
                <a16:creationId xmlns:a16="http://schemas.microsoft.com/office/drawing/2014/main" id="{F9204639-EA89-C943-B550-29A207646DD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a:p>
        </p:txBody>
      </p:sp>
      <p:sp>
        <p:nvSpPr>
          <p:cNvPr id="4" name="Marcador de fecha 3">
            <a:extLst>
              <a:ext uri="{FF2B5EF4-FFF2-40B4-BE49-F238E27FC236}">
                <a16:creationId xmlns:a16="http://schemas.microsoft.com/office/drawing/2014/main" id="{BDC71320-ED28-EF43-BCCA-CCBB604AE8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Poppins" pitchFamily="2" charset="77"/>
                <a:cs typeface="Poppins" pitchFamily="2" charset="77"/>
              </a:defRPr>
            </a:lvl1pPr>
          </a:lstStyle>
          <a:p>
            <a:fld id="{CFACC4EE-0BEF-1646-BAF7-943324C0CB09}" type="datetimeFigureOut">
              <a:rPr lang="es-MX" smtClean="0"/>
              <a:pPr/>
              <a:t>03/12/21</a:t>
            </a:fld>
            <a:endParaRPr lang="es-MX"/>
          </a:p>
        </p:txBody>
      </p:sp>
      <p:sp>
        <p:nvSpPr>
          <p:cNvPr id="5" name="Marcador de pie de página 4">
            <a:extLst>
              <a:ext uri="{FF2B5EF4-FFF2-40B4-BE49-F238E27FC236}">
                <a16:creationId xmlns:a16="http://schemas.microsoft.com/office/drawing/2014/main" id="{B490B686-986B-384F-B0B4-752C6A6D2D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Poppins" pitchFamily="2" charset="77"/>
                <a:cs typeface="Poppins" pitchFamily="2" charset="77"/>
              </a:defRPr>
            </a:lvl1pPr>
          </a:lstStyle>
          <a:p>
            <a:endParaRPr lang="es-MX"/>
          </a:p>
        </p:txBody>
      </p:sp>
      <p:sp>
        <p:nvSpPr>
          <p:cNvPr id="6" name="Marcador de número de diapositiva 5">
            <a:extLst>
              <a:ext uri="{FF2B5EF4-FFF2-40B4-BE49-F238E27FC236}">
                <a16:creationId xmlns:a16="http://schemas.microsoft.com/office/drawing/2014/main" id="{6E173C6E-B249-9F4A-9E67-ACB0A0F343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Poppins" pitchFamily="2" charset="77"/>
                <a:cs typeface="Poppins" pitchFamily="2" charset="77"/>
              </a:defRPr>
            </a:lvl1pPr>
          </a:lstStyle>
          <a:p>
            <a:fld id="{C7F360A6-EFCD-2545-B53E-EBAEC0C880D9}" type="slidenum">
              <a:rPr lang="es-MX" smtClean="0"/>
              <a:pPr/>
              <a:t>‹Nº›</a:t>
            </a:fld>
            <a:endParaRPr lang="es-MX"/>
          </a:p>
        </p:txBody>
      </p:sp>
    </p:spTree>
    <p:extLst>
      <p:ext uri="{BB962C8B-B14F-4D97-AF65-F5344CB8AC3E}">
        <p14:creationId xmlns:p14="http://schemas.microsoft.com/office/powerpoint/2010/main" val="3055739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Poppins" pitchFamily="2" charset="77"/>
          <a:ea typeface="+mj-ea"/>
          <a:cs typeface="Poppins" pitchFamily="2" charset="77"/>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oppins" pitchFamily="2" charset="77"/>
          <a:ea typeface="+mn-ea"/>
          <a:cs typeface="Poppins" pitchFamily="2" charset="77"/>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oppins" pitchFamily="2" charset="77"/>
          <a:ea typeface="+mn-ea"/>
          <a:cs typeface="Poppins" pitchFamily="2" charset="77"/>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oppins" pitchFamily="2" charset="77"/>
          <a:ea typeface="+mn-ea"/>
          <a:cs typeface="Poppins" pitchFamily="2" charset="77"/>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oppins" pitchFamily="2" charset="77"/>
          <a:ea typeface="+mn-ea"/>
          <a:cs typeface="Poppins" pitchFamily="2" charset="77"/>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5.png" /><Relationship Id="rId2" Type="http://schemas.openxmlformats.org/officeDocument/2006/relationships/image" Target="../media/image4.pn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397A8C2-1AC9-5B43-8262-A546177F34FA}"/>
              </a:ext>
            </a:extLst>
          </p:cNvPr>
          <p:cNvSpPr>
            <a:spLocks noGrp="1"/>
          </p:cNvSpPr>
          <p:nvPr>
            <p:ph type="ctrTitle"/>
          </p:nvPr>
        </p:nvSpPr>
        <p:spPr>
          <a:xfrm>
            <a:off x="1524000" y="971751"/>
            <a:ext cx="9144000" cy="2387600"/>
          </a:xfrm>
        </p:spPr>
        <p:txBody>
          <a:bodyPr/>
          <a:lstStyle/>
          <a:p>
            <a:pPr lvl="0" marL="0" indent="0">
              <a:buNone/>
            </a:pPr>
            <a:r>
              <a:rPr/>
              <a:t>ABP</a:t>
            </a:r>
          </a:p>
        </p:txBody>
      </p:sp>
      <p:sp>
        <p:nvSpPr>
          <p:cNvPr id="3" name="Subtítulo 2">
            <a:extLst>
              <a:ext uri="{FF2B5EF4-FFF2-40B4-BE49-F238E27FC236}">
                <a16:creationId xmlns:a16="http://schemas.microsoft.com/office/drawing/2014/main" id="{88F6ABF1-74F7-E448-AAD7-E1581C53BC26}"/>
              </a:ext>
            </a:extLst>
          </p:cNvPr>
          <p:cNvSpPr>
            <a:spLocks noGrp="1"/>
          </p:cNvSpPr>
          <p:nvPr>
            <p:ph idx="1" type="subTitle"/>
          </p:nvPr>
        </p:nvSpPr>
        <p:spPr>
          <a:xfrm>
            <a:off x="1536581" y="3474024"/>
            <a:ext cx="9144000" cy="1277984"/>
          </a:xfrm>
        </p:spPr>
        <p:txBody>
          <a:bodyPr/>
          <a:lstStyle/>
          <a:p>
            <a:pPr lvl="0" marL="0" indent="0">
              <a:buNone/>
            </a:pPr>
            <a:br/>
            <a:br/>
            <a:r>
              <a:rPr/>
              <a:t>Registro</a:t>
            </a:r>
            <a:r>
              <a:rPr/>
              <a:t> </a:t>
            </a:r>
            <a:r>
              <a:rPr/>
              <a:t>de</a:t>
            </a:r>
            <a:r>
              <a:rPr/>
              <a:t> </a:t>
            </a:r>
            <a:r>
              <a:rPr/>
              <a:t>participantes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596B9-C5AE-CD4B-870B-AEC6724F9245}"/>
              </a:ext>
            </a:extLst>
          </p:cNvPr>
          <p:cNvSpPr>
            <a:spLocks noGrp="1"/>
          </p:cNvSpPr>
          <p:nvPr>
            <p:ph type="title"/>
          </p:nvPr>
        </p:nvSpPr>
        <p:spPr/>
        <p:txBody>
          <a:bodyPr/>
          <a:lstStyle/>
          <a:p>
            <a:pPr lvl="0" marL="0" indent="0">
              <a:buNone/>
            </a:pPr>
            <a:r>
              <a:rPr/>
              <a:t>Perfil</a:t>
            </a:r>
            <a:r>
              <a:rPr/>
              <a:t> </a:t>
            </a:r>
            <a:r>
              <a:rPr/>
              <a:t>de</a:t>
            </a:r>
            <a:r>
              <a:rPr/>
              <a:t> </a:t>
            </a:r>
            <a:r>
              <a:rPr/>
              <a:t>los</a:t>
            </a:r>
            <a:r>
              <a:rPr/>
              <a:t> </a:t>
            </a:r>
            <a:r>
              <a:rPr/>
              <a:t>participantes</a:t>
            </a:r>
          </a:p>
        </p:txBody>
      </p:sp>
      <p:sp>
        <p:nvSpPr>
          <p:cNvPr id="3" name="Marcador de contenido 2">
            <a:extLst>
              <a:ext uri="{FF2B5EF4-FFF2-40B4-BE49-F238E27FC236}">
                <a16:creationId xmlns:a16="http://schemas.microsoft.com/office/drawing/2014/main" id="{A4F9F920-0BEB-1B4C-9EAE-D82C23458135}"/>
              </a:ext>
            </a:extLst>
          </p:cNvPr>
          <p:cNvSpPr>
            <a:spLocks noGrp="1"/>
          </p:cNvSpPr>
          <p:nvPr>
            <p:ph idx="1" sz="half"/>
          </p:nvPr>
        </p:nvSpPr>
        <p:spPr/>
        <p:txBody>
          <a:bodyPr/>
          <a:lstStyle/>
          <a:p>
            <a:pPr lvl="0" marL="0" indent="0">
              <a:buNone/>
            </a:pPr>
            <a:r>
              <a:rPr/>
              <a:t>Al evento “ABP Virtual” llevado a cabo elJueves 02 de diciembre 2021, asistió un total de 11 participantes. Los cuales provienen de los municipios de Amealco de Bonfil, Arroyo Seco, Cadereyta de Montes, Corregidora, Ezequiel Montes, Huimilpan, Jalpan de Serra, Querétaro, Tequisquiapan.</a:t>
            </a:r>
          </a:p>
        </p:txBody>
      </p:sp>
      <p:pic>
        <p:nvPicPr>
          <p:cNvPr descr="registro_files/figure-pptx/unnamed-chunk-1-1.png" id="0" name="Picture 1"/>
          <p:cNvPicPr>
            <a:picLocks noGrp="1" noChangeAspect="1"/>
          </p:cNvPicPr>
          <p:nvPr/>
        </p:nvPicPr>
        <p:blipFill>
          <a:blip r:embed="rId2"/>
          <a:stretch>
            <a:fillRect/>
          </a:stretch>
        </p:blipFill>
        <p:spPr bwMode="auto">
          <a:xfrm>
            <a:off x="6223000" y="1816100"/>
            <a:ext cx="5080000" cy="40640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3596B9-C5AE-CD4B-870B-AEC6724F9245}"/>
              </a:ext>
            </a:extLst>
          </p:cNvPr>
          <p:cNvSpPr>
            <a:spLocks noGrp="1"/>
          </p:cNvSpPr>
          <p:nvPr>
            <p:ph type="title"/>
          </p:nvPr>
        </p:nvSpPr>
        <p:spPr/>
        <p:txBody>
          <a:bodyPr/>
          <a:lstStyle/>
          <a:p>
            <a:pPr lvl="0" marL="0" indent="0">
              <a:buNone/>
            </a:pPr>
            <a:r>
              <a:rPr/>
              <a:t>Antigüedad</a:t>
            </a:r>
            <a:r>
              <a:rPr/>
              <a:t> </a:t>
            </a:r>
            <a:r>
              <a:rPr/>
              <a:t>y</a:t>
            </a:r>
            <a:r>
              <a:rPr/>
              <a:t> </a:t>
            </a:r>
            <a:r>
              <a:rPr/>
              <a:t>dependencia</a:t>
            </a:r>
            <a:r>
              <a:rPr/>
              <a:t> </a:t>
            </a:r>
            <a:r>
              <a:rPr/>
              <a:t>laboral</a:t>
            </a:r>
          </a:p>
        </p:txBody>
      </p:sp>
      <p:pic>
        <p:nvPicPr>
          <p:cNvPr descr="registro_files/figure-pptx/unnamed-chunk-2-1.png" id="0" name="Picture 1"/>
          <p:cNvPicPr>
            <a:picLocks noGrp="1" noChangeAspect="1"/>
          </p:cNvPicPr>
          <p:nvPr/>
        </p:nvPicPr>
        <p:blipFill>
          <a:blip r:embed="rId2"/>
          <a:stretch>
            <a:fillRect/>
          </a:stretch>
        </p:blipFill>
        <p:spPr bwMode="auto">
          <a:xfrm>
            <a:off x="889000" y="1816100"/>
            <a:ext cx="5080000" cy="4064000"/>
          </a:xfrm>
          <a:prstGeom prst="rect">
            <a:avLst/>
          </a:prstGeom>
          <a:noFill/>
          <a:ln w="9525">
            <a:noFill/>
            <a:headEnd/>
            <a:tailEnd/>
          </a:ln>
        </p:spPr>
      </p:pic>
      <p:pic>
        <p:nvPicPr>
          <p:cNvPr descr="registro_files/figure-pptx/unnamed-chunk-3-1.png" id="0" name="Picture 1"/>
          <p:cNvPicPr>
            <a:picLocks noGrp="1" noChangeAspect="1"/>
          </p:cNvPicPr>
          <p:nvPr/>
        </p:nvPicPr>
        <p:blipFill>
          <a:blip r:embed="rId3"/>
          <a:stretch>
            <a:fillRect/>
          </a:stretch>
        </p:blipFill>
        <p:spPr bwMode="auto">
          <a:xfrm>
            <a:off x="6223000" y="1816100"/>
            <a:ext cx="5080000" cy="4064000"/>
          </a:xfrm>
          <a:prstGeom prst="rect">
            <a:avLst/>
          </a:prstGeom>
          <a:noFill/>
          <a:ln w="9525">
            <a:noFill/>
            <a:headEnd/>
            <a:tailEnd/>
          </a:ln>
        </p:spPr>
      </p:pic>
    </p:spTree>
  </p:cSld>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217</TotalTime>
  <Words>0</Words>
  <Application>Microsoft Macintosh PowerPoint</Application>
  <PresentationFormat>Panorámica</PresentationFormat>
  <Paragraphs>0</Paragraphs>
  <Slides>1</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vt:i4>
      </vt:variant>
    </vt:vector>
  </HeadingPairs>
  <TitlesOfParts>
    <vt:vector size="4" baseType="lpstr">
      <vt:lpstr>Arial</vt:lpstr>
      <vt:lpstr>Poppins</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ABP</dc:title>
  <dc:creator>Registro de participantes</dc:creator>
  <cp:keywords/>
  <dcterms:created xsi:type="dcterms:W3CDTF">2021-12-03T19:18:01Z</dcterms:created>
  <dcterms:modified xsi:type="dcterms:W3CDTF">2021-12-03T19:18:01Z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