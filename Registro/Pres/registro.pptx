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Lst>
  <p:sldSz cx="12192000" cy="6858000"/>
  <p:notesSz cx="6858000" cy="9144000"/>
  <p:defaultTextStyle>
    <a:defPPr>
      <a:defRPr lang="es-MX"/>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11"/>
    <p:restoredTop sz="94673"/>
  </p:normalViewPr>
  <p:slideViewPr>
    <p:cSldViewPr showGuides="1" snapToGrid="0" snapToObjects="1">
      <p:cViewPr varScale="1">
        <p:scale>
          <a:sx d="100" n="111"/>
          <a:sy d="100" n="111"/>
        </p:scale>
        <p:origin x="1080" y="200"/>
      </p:cViewPr>
      <p:guideLst>
        <p:guide orient="horz" pos="2160"/>
        <p:guide pos="3840"/>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presProps" Target="presProps.xml" /><Relationship Id="rId1" Type="http://schemas.openxmlformats.org/officeDocument/2006/relationships/slideMaster" Target="slideMasters/slideMaster1.xml" /><Relationship Id="rId8" Type="http://schemas.openxmlformats.org/officeDocument/2006/relationships/tableStyles" Target="tableStyles.xml" /><Relationship Id="rId7" Type="http://schemas.openxmlformats.org/officeDocument/2006/relationships/theme" Target="theme/theme1.xml" /><Relationship Id="rId6" Type="http://schemas.openxmlformats.org/officeDocument/2006/relationships/viewProps" Target="viewProps.xml" /></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397A8C2-1AC9-5B43-8262-A546177F34FA}"/>
              </a:ext>
            </a:extLst>
          </p:cNvPr>
          <p:cNvSpPr>
            <a:spLocks noGrp="1"/>
          </p:cNvSpPr>
          <p:nvPr>
            <p:ph type="ctrTitle"/>
          </p:nvPr>
        </p:nvSpPr>
        <p:spPr>
          <a:xfrm>
            <a:off x="1524000" y="971751"/>
            <a:ext cx="9144000" cy="2387600"/>
          </a:xfrm>
        </p:spPr>
        <p:txBody>
          <a:bodyPr anchor="b"/>
          <a:lstStyle>
            <a:lvl1pPr algn="ctr">
              <a:defRPr sz="6000" b="1">
                <a:solidFill>
                  <a:schemeClr val="tx2"/>
                </a:solidFill>
                <a:latin typeface="Poppins" pitchFamily="2" charset="77"/>
                <a:cs typeface="Poppins" pitchFamily="2" charset="77"/>
              </a:defRPr>
            </a:lvl1pPr>
          </a:lstStyle>
          <a:p>
            <a:r>
              <a:rPr lang="es-MX" dirty="0"/>
              <a:t>Haz clic para modificar el estilo de título del patrón</a:t>
            </a:r>
            <a:endParaRPr dirty="0"/>
          </a:p>
        </p:txBody>
      </p:sp>
      <p:sp>
        <p:nvSpPr>
          <p:cNvPr id="3" name="Subtítulo 2">
            <a:extLst>
              <a:ext uri="{FF2B5EF4-FFF2-40B4-BE49-F238E27FC236}">
                <a16:creationId xmlns:a16="http://schemas.microsoft.com/office/drawing/2014/main" id="{88F6ABF1-74F7-E448-AAD7-E1581C53BC26}"/>
              </a:ext>
            </a:extLst>
          </p:cNvPr>
          <p:cNvSpPr>
            <a:spLocks noGrp="1"/>
          </p:cNvSpPr>
          <p:nvPr>
            <p:ph type="subTitle" idx="1"/>
          </p:nvPr>
        </p:nvSpPr>
        <p:spPr>
          <a:xfrm>
            <a:off x="1536581" y="3474024"/>
            <a:ext cx="9144000" cy="1277984"/>
          </a:xfrm>
        </p:spPr>
        <p:txBody>
          <a:bodyPr/>
          <a:lstStyle>
            <a:lvl1pPr marL="0" indent="0" algn="ctr">
              <a:buNone/>
              <a:defRPr sz="2400" spc="600">
                <a:solidFill>
                  <a:schemeClr val="accent1">
                    <a:lumMod val="75000"/>
                  </a:schemeClr>
                </a:solidFill>
                <a:latin typeface="Poppins" pitchFamily="2" charset="77"/>
                <a:cs typeface="Poppins"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MX"/>
              <a:t>Haz clic para editar el estilo de subtítulo del patrón</a:t>
            </a:r>
            <a:endParaRPr/>
          </a:p>
        </p:txBody>
      </p:sp>
      <p:sp>
        <p:nvSpPr>
          <p:cNvPr id="4" name="Marcador de fecha 3">
            <a:extLst>
              <a:ext uri="{FF2B5EF4-FFF2-40B4-BE49-F238E27FC236}">
                <a16:creationId xmlns:a16="http://schemas.microsoft.com/office/drawing/2014/main" id="{A9AFCB3E-6E82-6042-B567-0F45A18A3859}"/>
              </a:ext>
            </a:extLst>
          </p:cNvPr>
          <p:cNvSpPr>
            <a:spLocks noGrp="1"/>
          </p:cNvSpPr>
          <p:nvPr>
            <p:ph type="dt" sz="half" idx="10"/>
          </p:nvPr>
        </p:nvSpPr>
        <p:spPr/>
        <p:txBody>
          <a:bodyPr/>
          <a:lstStyle>
            <a:lvl1pPr>
              <a:defRPr>
                <a:latin typeface="Poppins" pitchFamily="2" charset="77"/>
                <a:cs typeface="Poppins" pitchFamily="2" charset="77"/>
              </a:defRPr>
            </a:lvl1pPr>
          </a:lstStyle>
          <a:p>
            <a:fld id="{CFACC4EE-0BEF-1646-BAF7-943324C0CB09}" type="datetimeFigureOut">
              <a:rPr lang="es-MX" smtClean="0"/>
              <a:pPr/>
              <a:t>01/12/21</a:t>
            </a:fld>
            <a:endParaRPr lang="es-MX"/>
          </a:p>
        </p:txBody>
      </p:sp>
      <p:sp>
        <p:nvSpPr>
          <p:cNvPr id="5" name="Marcador de pie de página 4">
            <a:extLst>
              <a:ext uri="{FF2B5EF4-FFF2-40B4-BE49-F238E27FC236}">
                <a16:creationId xmlns:a16="http://schemas.microsoft.com/office/drawing/2014/main" id="{8B5377CD-39A6-DA40-8711-CEC7C557DC99}"/>
              </a:ext>
            </a:extLst>
          </p:cNvPr>
          <p:cNvSpPr>
            <a:spLocks noGrp="1"/>
          </p:cNvSpPr>
          <p:nvPr>
            <p:ph type="ftr" sz="quarter" idx="11"/>
          </p:nvPr>
        </p:nvSpPr>
        <p:spPr/>
        <p:txBody>
          <a:bodyPr/>
          <a:lstStyle>
            <a:lvl1pPr>
              <a:defRPr>
                <a:latin typeface="Poppins" pitchFamily="2" charset="77"/>
                <a:cs typeface="Poppins" pitchFamily="2" charset="77"/>
              </a:defRPr>
            </a:lvl1pPr>
          </a:lstStyle>
          <a:p>
            <a:endParaRPr lang="es-MX"/>
          </a:p>
        </p:txBody>
      </p:sp>
      <p:sp>
        <p:nvSpPr>
          <p:cNvPr id="6" name="Marcador de número de diapositiva 5">
            <a:extLst>
              <a:ext uri="{FF2B5EF4-FFF2-40B4-BE49-F238E27FC236}">
                <a16:creationId xmlns:a16="http://schemas.microsoft.com/office/drawing/2014/main" id="{78AD814D-3D70-3141-A35A-F483134C96A4}"/>
              </a:ext>
            </a:extLst>
          </p:cNvPr>
          <p:cNvSpPr>
            <a:spLocks noGrp="1"/>
          </p:cNvSpPr>
          <p:nvPr>
            <p:ph type="sldNum" sz="quarter" idx="12"/>
          </p:nvPr>
        </p:nvSpPr>
        <p:spPr/>
        <p:txBody>
          <a:bodyPr/>
          <a:lstStyle>
            <a:lvl1pPr>
              <a:defRPr>
                <a:latin typeface="Poppins" pitchFamily="2" charset="77"/>
                <a:cs typeface="Poppins" pitchFamily="2" charset="77"/>
              </a:defRPr>
            </a:lvl1pPr>
          </a:lstStyle>
          <a:p>
            <a:fld id="{C7F360A6-EFCD-2545-B53E-EBAEC0C880D9}" type="slidenum">
              <a:rPr lang="es-MX" smtClean="0"/>
              <a:pPr/>
              <a:t>‹Nº›</a:t>
            </a:fld>
            <a:endParaRPr lang="es-MX"/>
          </a:p>
        </p:txBody>
      </p:sp>
      <p:pic>
        <p:nvPicPr>
          <p:cNvPr id="7" name="Imagen 6">
            <a:extLst>
              <a:ext uri="{FF2B5EF4-FFF2-40B4-BE49-F238E27FC236}">
                <a16:creationId xmlns:a16="http://schemas.microsoft.com/office/drawing/2014/main" id="{F0AE3820-071C-8F44-8429-696C203FC88C}"/>
              </a:ext>
            </a:extLst>
          </p:cNvPr>
          <p:cNvPicPr>
            <a:picLocks noChangeAspect="1"/>
          </p:cNvPicPr>
          <p:nvPr userDrawn="1"/>
        </p:nvPicPr>
        <p:blipFill>
          <a:blip r:embed="rId2"/>
          <a:stretch>
            <a:fillRect/>
          </a:stretch>
        </p:blipFill>
        <p:spPr>
          <a:xfrm>
            <a:off x="10090673" y="4810817"/>
            <a:ext cx="2060090" cy="2060090"/>
          </a:xfrm>
          <a:prstGeom prst="rect">
            <a:avLst/>
          </a:prstGeom>
        </p:spPr>
      </p:pic>
      <p:pic>
        <p:nvPicPr>
          <p:cNvPr id="1026" name="Picture 2" descr="Inicio - Comisión Estatal de Aguas Querétaro">
            <a:extLst>
              <a:ext uri="{FF2B5EF4-FFF2-40B4-BE49-F238E27FC236}">
                <a16:creationId xmlns:a16="http://schemas.microsoft.com/office/drawing/2014/main" id="{6B2FB1DC-A1B3-7449-9517-1BD8DCDDF8F6}"/>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0" y="4752191"/>
            <a:ext cx="5077578" cy="2109769"/>
          </a:xfrm>
          <a:prstGeom prst="rect">
            <a:avLst/>
          </a:prstGeom>
          <a:noFill/>
          <a:extLst>
            <a:ext uri="{909E8E84-426E-40DD-AFC4-6F175D3DCCD1}">
              <a14:hiddenFill xmlns:a14="http://schemas.microsoft.com/office/drawing/2010/main">
                <a:solidFill>
                  <a:srgbClr val="FFFFFF"/>
                </a:solidFill>
              </a14:hiddenFill>
            </a:ext>
          </a:extLst>
        </p:spPr>
      </p:pic>
      <p:cxnSp>
        <p:nvCxnSpPr>
          <p:cNvPr id="9" name="Conector recto 8">
            <a:extLst>
              <a:ext uri="{FF2B5EF4-FFF2-40B4-BE49-F238E27FC236}">
                <a16:creationId xmlns:a16="http://schemas.microsoft.com/office/drawing/2014/main" id="{700A1412-EA27-2C43-B402-621759E3A642}"/>
              </a:ext>
            </a:extLst>
          </p:cNvPr>
          <p:cNvCxnSpPr/>
          <p:nvPr userDrawn="1"/>
        </p:nvCxnSpPr>
        <p:spPr>
          <a:xfrm>
            <a:off x="6096000" y="4810817"/>
            <a:ext cx="4572000" cy="0"/>
          </a:xfrm>
          <a:prstGeom prst="line">
            <a:avLst/>
          </a:prstGeom>
          <a:ln w="285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cxnSp>
        <p:nvCxnSpPr>
          <p:cNvPr id="11" name="Conector recto 10">
            <a:extLst>
              <a:ext uri="{FF2B5EF4-FFF2-40B4-BE49-F238E27FC236}">
                <a16:creationId xmlns:a16="http://schemas.microsoft.com/office/drawing/2014/main" id="{F8EC150C-6F18-7A40-B5FD-F0D0C3B13F4D}"/>
              </a:ext>
            </a:extLst>
          </p:cNvPr>
          <p:cNvCxnSpPr/>
          <p:nvPr userDrawn="1"/>
        </p:nvCxnSpPr>
        <p:spPr>
          <a:xfrm>
            <a:off x="1502453" y="782433"/>
            <a:ext cx="4572000" cy="0"/>
          </a:xfrm>
          <a:prstGeom prst="line">
            <a:avLst/>
          </a:prstGeom>
          <a:ln w="285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cxnSp>
        <p:nvCxnSpPr>
          <p:cNvPr id="12" name="Conector recto 11">
            <a:extLst>
              <a:ext uri="{FF2B5EF4-FFF2-40B4-BE49-F238E27FC236}">
                <a16:creationId xmlns:a16="http://schemas.microsoft.com/office/drawing/2014/main" id="{7C07A4F1-71E1-6D48-91ED-5C10C1C564DF}"/>
              </a:ext>
            </a:extLst>
          </p:cNvPr>
          <p:cNvCxnSpPr>
            <a:cxnSpLocks/>
          </p:cNvCxnSpPr>
          <p:nvPr userDrawn="1"/>
        </p:nvCxnSpPr>
        <p:spPr>
          <a:xfrm>
            <a:off x="1502453" y="767734"/>
            <a:ext cx="0" cy="958886"/>
          </a:xfrm>
          <a:prstGeom prst="line">
            <a:avLst/>
          </a:prstGeom>
          <a:ln w="285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cxnSp>
        <p:nvCxnSpPr>
          <p:cNvPr id="15" name="Conector recto 14">
            <a:extLst>
              <a:ext uri="{FF2B5EF4-FFF2-40B4-BE49-F238E27FC236}">
                <a16:creationId xmlns:a16="http://schemas.microsoft.com/office/drawing/2014/main" id="{D603F161-B609-4D45-A9DB-991B5A8C7122}"/>
              </a:ext>
            </a:extLst>
          </p:cNvPr>
          <p:cNvCxnSpPr>
            <a:cxnSpLocks/>
          </p:cNvCxnSpPr>
          <p:nvPr userDrawn="1"/>
        </p:nvCxnSpPr>
        <p:spPr>
          <a:xfrm>
            <a:off x="10655418" y="3851931"/>
            <a:ext cx="0" cy="958886"/>
          </a:xfrm>
          <a:prstGeom prst="line">
            <a:avLst/>
          </a:prstGeom>
          <a:ln w="285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cxnSp>
        <p:nvCxnSpPr>
          <p:cNvPr id="16" name="Conector recto 15">
            <a:extLst>
              <a:ext uri="{FF2B5EF4-FFF2-40B4-BE49-F238E27FC236}">
                <a16:creationId xmlns:a16="http://schemas.microsoft.com/office/drawing/2014/main" id="{61C97A36-385F-D649-ADBE-91F922385F82}"/>
              </a:ext>
            </a:extLst>
          </p:cNvPr>
          <p:cNvCxnSpPr>
            <a:cxnSpLocks/>
          </p:cNvCxnSpPr>
          <p:nvPr userDrawn="1"/>
        </p:nvCxnSpPr>
        <p:spPr>
          <a:xfrm>
            <a:off x="10657239" y="771675"/>
            <a:ext cx="0" cy="2382464"/>
          </a:xfrm>
          <a:prstGeom prst="line">
            <a:avLst/>
          </a:prstGeom>
          <a:ln w="285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cxnSp>
        <p:nvCxnSpPr>
          <p:cNvPr id="19" name="Conector recto 18">
            <a:extLst>
              <a:ext uri="{FF2B5EF4-FFF2-40B4-BE49-F238E27FC236}">
                <a16:creationId xmlns:a16="http://schemas.microsoft.com/office/drawing/2014/main" id="{2541858C-A4FA-7248-A5D3-620A0925AF17}"/>
              </a:ext>
            </a:extLst>
          </p:cNvPr>
          <p:cNvCxnSpPr>
            <a:cxnSpLocks/>
          </p:cNvCxnSpPr>
          <p:nvPr userDrawn="1"/>
        </p:nvCxnSpPr>
        <p:spPr>
          <a:xfrm>
            <a:off x="1500654" y="2439111"/>
            <a:ext cx="0" cy="2382464"/>
          </a:xfrm>
          <a:prstGeom prst="line">
            <a:avLst/>
          </a:prstGeom>
          <a:ln w="285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897770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07545CA-6937-F14C-AD10-4AB0BDE7A602}"/>
              </a:ext>
            </a:extLst>
          </p:cNvPr>
          <p:cNvSpPr>
            <a:spLocks noGrp="1"/>
          </p:cNvSpPr>
          <p:nvPr>
            <p:ph type="title"/>
          </p:nvPr>
        </p:nvSpPr>
        <p:spPr/>
        <p:txBody>
          <a:bodyPr/>
          <a:lstStyle>
            <a:lvl1pPr>
              <a:defRPr>
                <a:latin typeface="Poppins" pitchFamily="2" charset="77"/>
                <a:cs typeface="Poppins" pitchFamily="2" charset="77"/>
              </a:defRPr>
            </a:lvl1pPr>
          </a:lstStyle>
          <a:p>
            <a:r>
              <a:rPr lang="es-MX"/>
              <a:t>Haz clic para modificar el estilo de título del patrón</a:t>
            </a:r>
            <a:endParaRPr/>
          </a:p>
        </p:txBody>
      </p:sp>
      <p:sp>
        <p:nvSpPr>
          <p:cNvPr id="3" name="Marcador de contenido 2">
            <a:extLst>
              <a:ext uri="{FF2B5EF4-FFF2-40B4-BE49-F238E27FC236}">
                <a16:creationId xmlns:a16="http://schemas.microsoft.com/office/drawing/2014/main" id="{90F0911E-18F8-4444-B302-40735C768F8C}"/>
              </a:ext>
            </a:extLst>
          </p:cNvPr>
          <p:cNvSpPr>
            <a:spLocks noGrp="1"/>
          </p:cNvSpPr>
          <p:nvPr>
            <p:ph idx="1"/>
          </p:nvPr>
        </p:nvSpPr>
        <p:spPr>
          <a:xfrm>
            <a:off x="838200" y="1825625"/>
            <a:ext cx="10515600" cy="4084343"/>
          </a:xfrm>
        </p:spPr>
        <p:txBody>
          <a:bodyPr/>
          <a:lstStyle>
            <a:lvl1pPr>
              <a:defRPr>
                <a:latin typeface="Poppins" pitchFamily="2" charset="77"/>
                <a:cs typeface="Poppins" pitchFamily="2" charset="77"/>
              </a:defRPr>
            </a:lvl1pPr>
            <a:lvl2pPr>
              <a:defRPr>
                <a:latin typeface="Poppins" pitchFamily="2" charset="77"/>
                <a:cs typeface="Poppins" pitchFamily="2" charset="77"/>
              </a:defRPr>
            </a:lvl2pPr>
            <a:lvl3pPr>
              <a:defRPr>
                <a:latin typeface="Poppins" pitchFamily="2" charset="77"/>
                <a:cs typeface="Poppins" pitchFamily="2" charset="77"/>
              </a:defRPr>
            </a:lvl3pPr>
            <a:lvl4pPr>
              <a:defRPr>
                <a:latin typeface="Poppins" pitchFamily="2" charset="77"/>
                <a:cs typeface="Poppins" pitchFamily="2" charset="77"/>
              </a:defRPr>
            </a:lvl4pPr>
            <a:lvl5pPr>
              <a:defRPr>
                <a:latin typeface="Poppins" pitchFamily="2" charset="77"/>
                <a:cs typeface="Poppins" pitchFamily="2" charset="77"/>
              </a:defRPr>
            </a:lvl5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a:p>
        </p:txBody>
      </p:sp>
      <p:sp>
        <p:nvSpPr>
          <p:cNvPr id="4" name="Marcador de fecha 3">
            <a:extLst>
              <a:ext uri="{FF2B5EF4-FFF2-40B4-BE49-F238E27FC236}">
                <a16:creationId xmlns:a16="http://schemas.microsoft.com/office/drawing/2014/main" id="{4A74BD1E-6A87-2E43-AF4B-A927949B3339}"/>
              </a:ext>
            </a:extLst>
          </p:cNvPr>
          <p:cNvSpPr>
            <a:spLocks noGrp="1"/>
          </p:cNvSpPr>
          <p:nvPr>
            <p:ph type="dt" sz="half" idx="10"/>
          </p:nvPr>
        </p:nvSpPr>
        <p:spPr/>
        <p:txBody>
          <a:bodyPr/>
          <a:lstStyle>
            <a:lvl1pPr>
              <a:defRPr>
                <a:latin typeface="Poppins" pitchFamily="2" charset="77"/>
                <a:cs typeface="Poppins" pitchFamily="2" charset="77"/>
              </a:defRPr>
            </a:lvl1pPr>
          </a:lstStyle>
          <a:p>
            <a:fld id="{CFACC4EE-0BEF-1646-BAF7-943324C0CB09}" type="datetimeFigureOut">
              <a:rPr lang="es-MX" smtClean="0"/>
              <a:pPr/>
              <a:t>01/12/21</a:t>
            </a:fld>
            <a:endParaRPr lang="es-MX"/>
          </a:p>
        </p:txBody>
      </p:sp>
      <p:sp>
        <p:nvSpPr>
          <p:cNvPr id="5" name="Marcador de pie de página 4">
            <a:extLst>
              <a:ext uri="{FF2B5EF4-FFF2-40B4-BE49-F238E27FC236}">
                <a16:creationId xmlns:a16="http://schemas.microsoft.com/office/drawing/2014/main" id="{FA3D8248-5E20-7343-AADE-70D524E9E5B3}"/>
              </a:ext>
            </a:extLst>
          </p:cNvPr>
          <p:cNvSpPr>
            <a:spLocks noGrp="1"/>
          </p:cNvSpPr>
          <p:nvPr>
            <p:ph type="ftr" sz="quarter" idx="11"/>
          </p:nvPr>
        </p:nvSpPr>
        <p:spPr/>
        <p:txBody>
          <a:bodyPr/>
          <a:lstStyle>
            <a:lvl1pPr>
              <a:defRPr>
                <a:latin typeface="Poppins" pitchFamily="2" charset="77"/>
                <a:cs typeface="Poppins" pitchFamily="2" charset="77"/>
              </a:defRPr>
            </a:lvl1pPr>
          </a:lstStyle>
          <a:p>
            <a:endParaRPr lang="es-MX"/>
          </a:p>
        </p:txBody>
      </p:sp>
      <p:sp>
        <p:nvSpPr>
          <p:cNvPr id="6" name="Marcador de número de diapositiva 5">
            <a:extLst>
              <a:ext uri="{FF2B5EF4-FFF2-40B4-BE49-F238E27FC236}">
                <a16:creationId xmlns:a16="http://schemas.microsoft.com/office/drawing/2014/main" id="{F581B33F-CAD6-894E-9408-F33B902C893C}"/>
              </a:ext>
            </a:extLst>
          </p:cNvPr>
          <p:cNvSpPr>
            <a:spLocks noGrp="1"/>
          </p:cNvSpPr>
          <p:nvPr>
            <p:ph type="sldNum" sz="quarter" idx="12"/>
          </p:nvPr>
        </p:nvSpPr>
        <p:spPr/>
        <p:txBody>
          <a:bodyPr/>
          <a:lstStyle>
            <a:lvl1pPr>
              <a:defRPr>
                <a:latin typeface="Poppins" pitchFamily="2" charset="77"/>
                <a:cs typeface="Poppins" pitchFamily="2" charset="77"/>
              </a:defRPr>
            </a:lvl1pPr>
          </a:lstStyle>
          <a:p>
            <a:fld id="{C7F360A6-EFCD-2545-B53E-EBAEC0C880D9}" type="slidenum">
              <a:rPr lang="es-MX" smtClean="0"/>
              <a:pPr/>
              <a:t>‹Nº›</a:t>
            </a:fld>
            <a:endParaRPr lang="es-MX"/>
          </a:p>
        </p:txBody>
      </p:sp>
      <p:pic>
        <p:nvPicPr>
          <p:cNvPr id="7" name="Imagen 6">
            <a:extLst>
              <a:ext uri="{FF2B5EF4-FFF2-40B4-BE49-F238E27FC236}">
                <a16:creationId xmlns:a16="http://schemas.microsoft.com/office/drawing/2014/main" id="{E334647E-C1FA-EC4E-9AB8-42B72C740912}"/>
              </a:ext>
            </a:extLst>
          </p:cNvPr>
          <p:cNvPicPr>
            <a:picLocks noChangeAspect="1"/>
          </p:cNvPicPr>
          <p:nvPr userDrawn="1"/>
        </p:nvPicPr>
        <p:blipFill>
          <a:blip r:embed="rId2"/>
          <a:stretch>
            <a:fillRect/>
          </a:stretch>
        </p:blipFill>
        <p:spPr>
          <a:xfrm>
            <a:off x="11353799" y="6073943"/>
            <a:ext cx="796963" cy="796963"/>
          </a:xfrm>
          <a:prstGeom prst="rect">
            <a:avLst/>
          </a:prstGeom>
        </p:spPr>
      </p:pic>
      <p:pic>
        <p:nvPicPr>
          <p:cNvPr id="8" name="Picture 2" descr="Inicio - Comisión Estatal de Aguas Querétaro">
            <a:extLst>
              <a:ext uri="{FF2B5EF4-FFF2-40B4-BE49-F238E27FC236}">
                <a16:creationId xmlns:a16="http://schemas.microsoft.com/office/drawing/2014/main" id="{34475AFC-89D9-314D-94F9-7FC534F0B53C}"/>
              </a:ext>
            </a:extLst>
          </p:cNvPr>
          <p:cNvPicPr>
            <a:picLocks noChangeAspect="1" noChangeArrowheads="1"/>
          </p:cNvPicPr>
          <p:nvPr userDrawn="1"/>
        </p:nvPicPr>
        <p:blipFill rotWithShape="1">
          <a:blip r:embed="rId3">
            <a:extLst>
              <a:ext uri="{28A0092B-C50C-407E-A947-70E740481C1C}">
                <a14:useLocalDpi xmlns:a14="http://schemas.microsoft.com/office/drawing/2010/main" val="0"/>
              </a:ext>
            </a:extLst>
          </a:blip>
          <a:srcRect l="8457" t="20610" r="66118" b="17918"/>
          <a:stretch/>
        </p:blipFill>
        <p:spPr bwMode="auto">
          <a:xfrm>
            <a:off x="41236" y="6059399"/>
            <a:ext cx="796963" cy="800675"/>
          </a:xfrm>
          <a:prstGeom prst="rect">
            <a:avLst/>
          </a:prstGeom>
          <a:noFill/>
          <a:extLst>
            <a:ext uri="{909E8E84-426E-40DD-AFC4-6F175D3DCCD1}">
              <a14:hiddenFill xmlns:a14="http://schemas.microsoft.com/office/drawing/2010/main">
                <a:solidFill>
                  <a:srgbClr val="FFFFFF"/>
                </a:solidFill>
              </a14:hiddenFill>
            </a:ext>
          </a:extLst>
        </p:spPr>
      </p:pic>
      <p:cxnSp>
        <p:nvCxnSpPr>
          <p:cNvPr id="9" name="Conector recto 8">
            <a:extLst>
              <a:ext uri="{FF2B5EF4-FFF2-40B4-BE49-F238E27FC236}">
                <a16:creationId xmlns:a16="http://schemas.microsoft.com/office/drawing/2014/main" id="{B37EFC86-75A9-DA49-93E2-C8AA4EC32B12}"/>
              </a:ext>
            </a:extLst>
          </p:cNvPr>
          <p:cNvCxnSpPr>
            <a:cxnSpLocks/>
          </p:cNvCxnSpPr>
          <p:nvPr userDrawn="1"/>
        </p:nvCxnSpPr>
        <p:spPr>
          <a:xfrm>
            <a:off x="0" y="6035008"/>
            <a:ext cx="12192000" cy="0"/>
          </a:xfrm>
          <a:prstGeom prst="line">
            <a:avLst/>
          </a:prstGeom>
          <a:ln w="285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670894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D8D7ABC-5DD6-3E49-9BAC-40E6A6EE02F5}"/>
              </a:ext>
            </a:extLst>
          </p:cNvPr>
          <p:cNvSpPr>
            <a:spLocks noGrp="1"/>
          </p:cNvSpPr>
          <p:nvPr>
            <p:ph type="title"/>
          </p:nvPr>
        </p:nvSpPr>
        <p:spPr>
          <a:xfrm>
            <a:off x="831850" y="1709738"/>
            <a:ext cx="10515600" cy="2852737"/>
          </a:xfrm>
        </p:spPr>
        <p:txBody>
          <a:bodyPr anchor="b"/>
          <a:lstStyle>
            <a:lvl1pPr>
              <a:defRPr sz="6000">
                <a:solidFill>
                  <a:schemeClr val="accent1">
                    <a:lumMod val="75000"/>
                  </a:schemeClr>
                </a:solidFill>
                <a:latin typeface="Poppins" pitchFamily="2" charset="77"/>
                <a:cs typeface="Poppins" pitchFamily="2" charset="77"/>
              </a:defRPr>
            </a:lvl1pPr>
          </a:lstStyle>
          <a:p>
            <a:r>
              <a:rPr lang="es-MX"/>
              <a:t>Haz clic para modificar el estilo de título del patrón</a:t>
            </a:r>
            <a:endParaRPr/>
          </a:p>
        </p:txBody>
      </p:sp>
      <p:sp>
        <p:nvSpPr>
          <p:cNvPr id="3" name="Marcador de texto 2">
            <a:extLst>
              <a:ext uri="{FF2B5EF4-FFF2-40B4-BE49-F238E27FC236}">
                <a16:creationId xmlns:a16="http://schemas.microsoft.com/office/drawing/2014/main" id="{FFF6892E-CE9F-C741-A55A-BB96F596D6C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latin typeface="Poppins" pitchFamily="2" charset="77"/>
                <a:cs typeface="Poppins" pitchFamily="2" charset="77"/>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MX"/>
              <a:t>Haga clic para modificar los estilos de texto del patrón</a:t>
            </a:r>
          </a:p>
        </p:txBody>
      </p:sp>
      <p:sp>
        <p:nvSpPr>
          <p:cNvPr id="4" name="Marcador de fecha 3">
            <a:extLst>
              <a:ext uri="{FF2B5EF4-FFF2-40B4-BE49-F238E27FC236}">
                <a16:creationId xmlns:a16="http://schemas.microsoft.com/office/drawing/2014/main" id="{9A647B13-5780-F146-BA81-55867E585277}"/>
              </a:ext>
            </a:extLst>
          </p:cNvPr>
          <p:cNvSpPr>
            <a:spLocks noGrp="1"/>
          </p:cNvSpPr>
          <p:nvPr>
            <p:ph type="dt" sz="half" idx="10"/>
          </p:nvPr>
        </p:nvSpPr>
        <p:spPr/>
        <p:txBody>
          <a:bodyPr/>
          <a:lstStyle>
            <a:lvl1pPr>
              <a:defRPr>
                <a:latin typeface="Poppins" pitchFamily="2" charset="77"/>
                <a:cs typeface="Poppins" pitchFamily="2" charset="77"/>
              </a:defRPr>
            </a:lvl1pPr>
          </a:lstStyle>
          <a:p>
            <a:fld id="{CFACC4EE-0BEF-1646-BAF7-943324C0CB09}" type="datetimeFigureOut">
              <a:rPr lang="es-MX" smtClean="0"/>
              <a:pPr/>
              <a:t>01/12/21</a:t>
            </a:fld>
            <a:endParaRPr lang="es-MX"/>
          </a:p>
        </p:txBody>
      </p:sp>
      <p:sp>
        <p:nvSpPr>
          <p:cNvPr id="5" name="Marcador de pie de página 4">
            <a:extLst>
              <a:ext uri="{FF2B5EF4-FFF2-40B4-BE49-F238E27FC236}">
                <a16:creationId xmlns:a16="http://schemas.microsoft.com/office/drawing/2014/main" id="{335F7E2A-E09E-7042-B51E-6558B6E78576}"/>
              </a:ext>
            </a:extLst>
          </p:cNvPr>
          <p:cNvSpPr>
            <a:spLocks noGrp="1"/>
          </p:cNvSpPr>
          <p:nvPr>
            <p:ph type="ftr" sz="quarter" idx="11"/>
          </p:nvPr>
        </p:nvSpPr>
        <p:spPr/>
        <p:txBody>
          <a:bodyPr/>
          <a:lstStyle>
            <a:lvl1pPr>
              <a:defRPr>
                <a:latin typeface="Poppins" pitchFamily="2" charset="77"/>
                <a:cs typeface="Poppins" pitchFamily="2" charset="77"/>
              </a:defRPr>
            </a:lvl1pPr>
          </a:lstStyle>
          <a:p>
            <a:endParaRPr lang="es-MX"/>
          </a:p>
        </p:txBody>
      </p:sp>
      <p:sp>
        <p:nvSpPr>
          <p:cNvPr id="6" name="Marcador de número de diapositiva 5">
            <a:extLst>
              <a:ext uri="{FF2B5EF4-FFF2-40B4-BE49-F238E27FC236}">
                <a16:creationId xmlns:a16="http://schemas.microsoft.com/office/drawing/2014/main" id="{5CD7465F-B22F-9E4F-8380-77E9334C7541}"/>
              </a:ext>
            </a:extLst>
          </p:cNvPr>
          <p:cNvSpPr>
            <a:spLocks noGrp="1"/>
          </p:cNvSpPr>
          <p:nvPr>
            <p:ph type="sldNum" sz="quarter" idx="12"/>
          </p:nvPr>
        </p:nvSpPr>
        <p:spPr/>
        <p:txBody>
          <a:bodyPr/>
          <a:lstStyle>
            <a:lvl1pPr>
              <a:defRPr>
                <a:latin typeface="Poppins" pitchFamily="2" charset="77"/>
                <a:cs typeface="Poppins" pitchFamily="2" charset="77"/>
              </a:defRPr>
            </a:lvl1pPr>
          </a:lstStyle>
          <a:p>
            <a:fld id="{C7F360A6-EFCD-2545-B53E-EBAEC0C880D9}" type="slidenum">
              <a:rPr lang="es-MX" smtClean="0"/>
              <a:pPr/>
              <a:t>‹Nº›</a:t>
            </a:fld>
            <a:endParaRPr lang="es-MX"/>
          </a:p>
        </p:txBody>
      </p:sp>
      <p:pic>
        <p:nvPicPr>
          <p:cNvPr id="7" name="Imagen 6">
            <a:extLst>
              <a:ext uri="{FF2B5EF4-FFF2-40B4-BE49-F238E27FC236}">
                <a16:creationId xmlns:a16="http://schemas.microsoft.com/office/drawing/2014/main" id="{51CA16D0-BBA6-9247-B382-DB3D97375A48}"/>
              </a:ext>
            </a:extLst>
          </p:cNvPr>
          <p:cNvPicPr>
            <a:picLocks noChangeAspect="1"/>
          </p:cNvPicPr>
          <p:nvPr userDrawn="1"/>
        </p:nvPicPr>
        <p:blipFill>
          <a:blip r:embed="rId2"/>
          <a:stretch>
            <a:fillRect/>
          </a:stretch>
        </p:blipFill>
        <p:spPr>
          <a:xfrm>
            <a:off x="11353799" y="6073943"/>
            <a:ext cx="796963" cy="796963"/>
          </a:xfrm>
          <a:prstGeom prst="rect">
            <a:avLst/>
          </a:prstGeom>
        </p:spPr>
      </p:pic>
      <p:pic>
        <p:nvPicPr>
          <p:cNvPr id="8" name="Picture 2" descr="Inicio - Comisión Estatal de Aguas Querétaro">
            <a:extLst>
              <a:ext uri="{FF2B5EF4-FFF2-40B4-BE49-F238E27FC236}">
                <a16:creationId xmlns:a16="http://schemas.microsoft.com/office/drawing/2014/main" id="{072B5D07-6B28-1847-AB69-02974AFB39F8}"/>
              </a:ext>
            </a:extLst>
          </p:cNvPr>
          <p:cNvPicPr>
            <a:picLocks noChangeAspect="1" noChangeArrowheads="1"/>
          </p:cNvPicPr>
          <p:nvPr userDrawn="1"/>
        </p:nvPicPr>
        <p:blipFill rotWithShape="1">
          <a:blip r:embed="rId3">
            <a:extLst>
              <a:ext uri="{28A0092B-C50C-407E-A947-70E740481C1C}">
                <a14:useLocalDpi xmlns:a14="http://schemas.microsoft.com/office/drawing/2010/main" val="0"/>
              </a:ext>
            </a:extLst>
          </a:blip>
          <a:srcRect l="8457" t="20610" r="66118" b="17918"/>
          <a:stretch/>
        </p:blipFill>
        <p:spPr bwMode="auto">
          <a:xfrm>
            <a:off x="41236" y="6059399"/>
            <a:ext cx="796963" cy="800675"/>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Conector recto 9">
            <a:extLst>
              <a:ext uri="{FF2B5EF4-FFF2-40B4-BE49-F238E27FC236}">
                <a16:creationId xmlns:a16="http://schemas.microsoft.com/office/drawing/2014/main" id="{7E880244-958F-CF49-9D3A-43766C395268}"/>
              </a:ext>
            </a:extLst>
          </p:cNvPr>
          <p:cNvCxnSpPr/>
          <p:nvPr userDrawn="1"/>
        </p:nvCxnSpPr>
        <p:spPr>
          <a:xfrm>
            <a:off x="6945854" y="5918855"/>
            <a:ext cx="4572000" cy="0"/>
          </a:xfrm>
          <a:prstGeom prst="line">
            <a:avLst/>
          </a:prstGeom>
          <a:ln w="285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cxnSp>
        <p:nvCxnSpPr>
          <p:cNvPr id="11" name="Conector recto 10">
            <a:extLst>
              <a:ext uri="{FF2B5EF4-FFF2-40B4-BE49-F238E27FC236}">
                <a16:creationId xmlns:a16="http://schemas.microsoft.com/office/drawing/2014/main" id="{22EF98F7-CB56-1A44-BA24-098AAD42E892}"/>
              </a:ext>
            </a:extLst>
          </p:cNvPr>
          <p:cNvCxnSpPr/>
          <p:nvPr userDrawn="1"/>
        </p:nvCxnSpPr>
        <p:spPr>
          <a:xfrm>
            <a:off x="717145" y="1524711"/>
            <a:ext cx="4572000" cy="0"/>
          </a:xfrm>
          <a:prstGeom prst="line">
            <a:avLst/>
          </a:prstGeom>
          <a:ln w="285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cxnSp>
        <p:nvCxnSpPr>
          <p:cNvPr id="12" name="Conector recto 11">
            <a:extLst>
              <a:ext uri="{FF2B5EF4-FFF2-40B4-BE49-F238E27FC236}">
                <a16:creationId xmlns:a16="http://schemas.microsoft.com/office/drawing/2014/main" id="{3A6211A8-0809-5D43-A955-0D2B3BAC7017}"/>
              </a:ext>
            </a:extLst>
          </p:cNvPr>
          <p:cNvCxnSpPr>
            <a:cxnSpLocks/>
          </p:cNvCxnSpPr>
          <p:nvPr userDrawn="1"/>
        </p:nvCxnSpPr>
        <p:spPr>
          <a:xfrm>
            <a:off x="717145" y="1510012"/>
            <a:ext cx="0" cy="958886"/>
          </a:xfrm>
          <a:prstGeom prst="line">
            <a:avLst/>
          </a:prstGeom>
          <a:ln w="285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cxnSp>
        <p:nvCxnSpPr>
          <p:cNvPr id="13" name="Conector recto 12">
            <a:extLst>
              <a:ext uri="{FF2B5EF4-FFF2-40B4-BE49-F238E27FC236}">
                <a16:creationId xmlns:a16="http://schemas.microsoft.com/office/drawing/2014/main" id="{AC530397-8640-BD4B-82A3-5D02E03F3D30}"/>
              </a:ext>
            </a:extLst>
          </p:cNvPr>
          <p:cNvCxnSpPr>
            <a:cxnSpLocks/>
          </p:cNvCxnSpPr>
          <p:nvPr userDrawn="1"/>
        </p:nvCxnSpPr>
        <p:spPr>
          <a:xfrm>
            <a:off x="11505272" y="4959969"/>
            <a:ext cx="0" cy="958886"/>
          </a:xfrm>
          <a:prstGeom prst="line">
            <a:avLst/>
          </a:prstGeom>
          <a:ln w="285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02082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B3596B9-C5AE-CD4B-870B-AEC6724F9245}"/>
              </a:ext>
            </a:extLst>
          </p:cNvPr>
          <p:cNvSpPr>
            <a:spLocks noGrp="1"/>
          </p:cNvSpPr>
          <p:nvPr>
            <p:ph type="title"/>
          </p:nvPr>
        </p:nvSpPr>
        <p:spPr/>
        <p:txBody>
          <a:bodyPr/>
          <a:lstStyle>
            <a:lvl1pPr>
              <a:defRPr>
                <a:latin typeface="Poppins" pitchFamily="2" charset="77"/>
                <a:cs typeface="Poppins" pitchFamily="2" charset="77"/>
              </a:defRPr>
            </a:lvl1pPr>
          </a:lstStyle>
          <a:p>
            <a:r>
              <a:rPr lang="es-MX"/>
              <a:t>Haz clic para modificar el estilo de título del patrón</a:t>
            </a:r>
            <a:endParaRPr/>
          </a:p>
        </p:txBody>
      </p:sp>
      <p:sp>
        <p:nvSpPr>
          <p:cNvPr id="3" name="Marcador de contenido 2">
            <a:extLst>
              <a:ext uri="{FF2B5EF4-FFF2-40B4-BE49-F238E27FC236}">
                <a16:creationId xmlns:a16="http://schemas.microsoft.com/office/drawing/2014/main" id="{A4F9F920-0BEB-1B4C-9EAE-D82C23458135}"/>
              </a:ext>
            </a:extLst>
          </p:cNvPr>
          <p:cNvSpPr>
            <a:spLocks noGrp="1"/>
          </p:cNvSpPr>
          <p:nvPr>
            <p:ph sz="half" idx="1"/>
          </p:nvPr>
        </p:nvSpPr>
        <p:spPr>
          <a:xfrm>
            <a:off x="838200" y="1825625"/>
            <a:ext cx="5181600" cy="4067427"/>
          </a:xfrm>
        </p:spPr>
        <p:txBody>
          <a:bodyPr/>
          <a:lstStyle>
            <a:lvl1pPr>
              <a:defRPr>
                <a:latin typeface="Poppins" pitchFamily="2" charset="77"/>
                <a:cs typeface="Poppins" pitchFamily="2" charset="77"/>
              </a:defRPr>
            </a:lvl1pPr>
            <a:lvl2pPr>
              <a:defRPr>
                <a:latin typeface="Poppins" pitchFamily="2" charset="77"/>
                <a:cs typeface="Poppins" pitchFamily="2" charset="77"/>
              </a:defRPr>
            </a:lvl2pPr>
            <a:lvl3pPr>
              <a:defRPr>
                <a:latin typeface="Poppins" pitchFamily="2" charset="77"/>
                <a:cs typeface="Poppins" pitchFamily="2" charset="77"/>
              </a:defRPr>
            </a:lvl3pPr>
            <a:lvl4pPr>
              <a:defRPr>
                <a:latin typeface="Poppins" pitchFamily="2" charset="77"/>
                <a:cs typeface="Poppins" pitchFamily="2" charset="77"/>
              </a:defRPr>
            </a:lvl4pPr>
            <a:lvl5pPr>
              <a:defRPr>
                <a:latin typeface="Poppins" pitchFamily="2" charset="77"/>
                <a:cs typeface="Poppins" pitchFamily="2" charset="77"/>
              </a:defRPr>
            </a:lvl5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a:p>
        </p:txBody>
      </p:sp>
      <p:sp>
        <p:nvSpPr>
          <p:cNvPr id="4" name="Marcador de contenido 3">
            <a:extLst>
              <a:ext uri="{FF2B5EF4-FFF2-40B4-BE49-F238E27FC236}">
                <a16:creationId xmlns:a16="http://schemas.microsoft.com/office/drawing/2014/main" id="{31AAFE82-0E75-CA44-9DCA-9F2D683440E6}"/>
              </a:ext>
            </a:extLst>
          </p:cNvPr>
          <p:cNvSpPr>
            <a:spLocks noGrp="1"/>
          </p:cNvSpPr>
          <p:nvPr>
            <p:ph sz="half" idx="2"/>
          </p:nvPr>
        </p:nvSpPr>
        <p:spPr>
          <a:xfrm>
            <a:off x="6172200" y="1825625"/>
            <a:ext cx="5181600" cy="4067427"/>
          </a:xfrm>
        </p:spPr>
        <p:txBody>
          <a:bodyPr/>
          <a:lstStyle>
            <a:lvl1pPr>
              <a:defRPr>
                <a:latin typeface="Poppins" pitchFamily="2" charset="77"/>
                <a:cs typeface="Poppins" pitchFamily="2" charset="77"/>
              </a:defRPr>
            </a:lvl1pPr>
            <a:lvl2pPr>
              <a:defRPr>
                <a:latin typeface="Poppins" pitchFamily="2" charset="77"/>
                <a:cs typeface="Poppins" pitchFamily="2" charset="77"/>
              </a:defRPr>
            </a:lvl2pPr>
            <a:lvl3pPr>
              <a:defRPr>
                <a:latin typeface="Poppins" pitchFamily="2" charset="77"/>
                <a:cs typeface="Poppins" pitchFamily="2" charset="77"/>
              </a:defRPr>
            </a:lvl3pPr>
            <a:lvl4pPr>
              <a:defRPr>
                <a:latin typeface="Poppins" pitchFamily="2" charset="77"/>
                <a:cs typeface="Poppins" pitchFamily="2" charset="77"/>
              </a:defRPr>
            </a:lvl4pPr>
            <a:lvl5pPr>
              <a:defRPr>
                <a:latin typeface="Poppins" pitchFamily="2" charset="77"/>
                <a:cs typeface="Poppins" pitchFamily="2" charset="77"/>
              </a:defRPr>
            </a:lvl5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a:p>
        </p:txBody>
      </p:sp>
      <p:sp>
        <p:nvSpPr>
          <p:cNvPr id="5" name="Marcador de fecha 4">
            <a:extLst>
              <a:ext uri="{FF2B5EF4-FFF2-40B4-BE49-F238E27FC236}">
                <a16:creationId xmlns:a16="http://schemas.microsoft.com/office/drawing/2014/main" id="{6045E9CD-10B1-D442-A541-E733CFC085ED}"/>
              </a:ext>
            </a:extLst>
          </p:cNvPr>
          <p:cNvSpPr>
            <a:spLocks noGrp="1"/>
          </p:cNvSpPr>
          <p:nvPr>
            <p:ph type="dt" sz="half" idx="10"/>
          </p:nvPr>
        </p:nvSpPr>
        <p:spPr/>
        <p:txBody>
          <a:bodyPr/>
          <a:lstStyle>
            <a:lvl1pPr>
              <a:defRPr>
                <a:latin typeface="Poppins" pitchFamily="2" charset="77"/>
                <a:cs typeface="Poppins" pitchFamily="2" charset="77"/>
              </a:defRPr>
            </a:lvl1pPr>
          </a:lstStyle>
          <a:p>
            <a:fld id="{CFACC4EE-0BEF-1646-BAF7-943324C0CB09}" type="datetimeFigureOut">
              <a:rPr lang="es-MX" smtClean="0"/>
              <a:pPr/>
              <a:t>01/12/21</a:t>
            </a:fld>
            <a:endParaRPr lang="es-MX"/>
          </a:p>
        </p:txBody>
      </p:sp>
      <p:sp>
        <p:nvSpPr>
          <p:cNvPr id="6" name="Marcador de pie de página 5">
            <a:extLst>
              <a:ext uri="{FF2B5EF4-FFF2-40B4-BE49-F238E27FC236}">
                <a16:creationId xmlns:a16="http://schemas.microsoft.com/office/drawing/2014/main" id="{4B1234AA-31D5-7346-BF76-7E323A856302}"/>
              </a:ext>
            </a:extLst>
          </p:cNvPr>
          <p:cNvSpPr>
            <a:spLocks noGrp="1"/>
          </p:cNvSpPr>
          <p:nvPr>
            <p:ph type="ftr" sz="quarter" idx="11"/>
          </p:nvPr>
        </p:nvSpPr>
        <p:spPr/>
        <p:txBody>
          <a:bodyPr/>
          <a:lstStyle>
            <a:lvl1pPr>
              <a:defRPr>
                <a:latin typeface="Poppins" pitchFamily="2" charset="77"/>
                <a:cs typeface="Poppins" pitchFamily="2" charset="77"/>
              </a:defRPr>
            </a:lvl1pPr>
          </a:lstStyle>
          <a:p>
            <a:endParaRPr lang="es-MX"/>
          </a:p>
        </p:txBody>
      </p:sp>
      <p:sp>
        <p:nvSpPr>
          <p:cNvPr id="7" name="Marcador de número de diapositiva 6">
            <a:extLst>
              <a:ext uri="{FF2B5EF4-FFF2-40B4-BE49-F238E27FC236}">
                <a16:creationId xmlns:a16="http://schemas.microsoft.com/office/drawing/2014/main" id="{39D27C3C-CF62-974C-AEB7-7EA270FBC5BD}"/>
              </a:ext>
            </a:extLst>
          </p:cNvPr>
          <p:cNvSpPr>
            <a:spLocks noGrp="1"/>
          </p:cNvSpPr>
          <p:nvPr>
            <p:ph type="sldNum" sz="quarter" idx="12"/>
          </p:nvPr>
        </p:nvSpPr>
        <p:spPr/>
        <p:txBody>
          <a:bodyPr/>
          <a:lstStyle>
            <a:lvl1pPr>
              <a:defRPr>
                <a:latin typeface="Poppins" pitchFamily="2" charset="77"/>
                <a:cs typeface="Poppins" pitchFamily="2" charset="77"/>
              </a:defRPr>
            </a:lvl1pPr>
          </a:lstStyle>
          <a:p>
            <a:fld id="{C7F360A6-EFCD-2545-B53E-EBAEC0C880D9}" type="slidenum">
              <a:rPr lang="es-MX" smtClean="0"/>
              <a:pPr/>
              <a:t>‹Nº›</a:t>
            </a:fld>
            <a:endParaRPr lang="es-MX"/>
          </a:p>
        </p:txBody>
      </p:sp>
      <p:pic>
        <p:nvPicPr>
          <p:cNvPr id="8" name="Imagen 7">
            <a:extLst>
              <a:ext uri="{FF2B5EF4-FFF2-40B4-BE49-F238E27FC236}">
                <a16:creationId xmlns:a16="http://schemas.microsoft.com/office/drawing/2014/main" id="{30A95F67-A78B-9845-8973-38A15C0120FF}"/>
              </a:ext>
            </a:extLst>
          </p:cNvPr>
          <p:cNvPicPr>
            <a:picLocks noChangeAspect="1"/>
          </p:cNvPicPr>
          <p:nvPr userDrawn="1"/>
        </p:nvPicPr>
        <p:blipFill>
          <a:blip r:embed="rId2"/>
          <a:stretch>
            <a:fillRect/>
          </a:stretch>
        </p:blipFill>
        <p:spPr>
          <a:xfrm>
            <a:off x="11353799" y="6073943"/>
            <a:ext cx="796963" cy="796963"/>
          </a:xfrm>
          <a:prstGeom prst="rect">
            <a:avLst/>
          </a:prstGeom>
        </p:spPr>
      </p:pic>
      <p:pic>
        <p:nvPicPr>
          <p:cNvPr id="9" name="Picture 2" descr="Inicio - Comisión Estatal de Aguas Querétaro">
            <a:extLst>
              <a:ext uri="{FF2B5EF4-FFF2-40B4-BE49-F238E27FC236}">
                <a16:creationId xmlns:a16="http://schemas.microsoft.com/office/drawing/2014/main" id="{E3E896BE-CB18-F847-8569-88E94496AA94}"/>
              </a:ext>
            </a:extLst>
          </p:cNvPr>
          <p:cNvPicPr>
            <a:picLocks noChangeAspect="1" noChangeArrowheads="1"/>
          </p:cNvPicPr>
          <p:nvPr userDrawn="1"/>
        </p:nvPicPr>
        <p:blipFill rotWithShape="1">
          <a:blip r:embed="rId3">
            <a:extLst>
              <a:ext uri="{28A0092B-C50C-407E-A947-70E740481C1C}">
                <a14:useLocalDpi xmlns:a14="http://schemas.microsoft.com/office/drawing/2010/main" val="0"/>
              </a:ext>
            </a:extLst>
          </a:blip>
          <a:srcRect l="8457" t="20610" r="66118" b="17918"/>
          <a:stretch/>
        </p:blipFill>
        <p:spPr bwMode="auto">
          <a:xfrm>
            <a:off x="41236" y="6059399"/>
            <a:ext cx="796963" cy="800675"/>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Conector recto 9">
            <a:extLst>
              <a:ext uri="{FF2B5EF4-FFF2-40B4-BE49-F238E27FC236}">
                <a16:creationId xmlns:a16="http://schemas.microsoft.com/office/drawing/2014/main" id="{5BDFC6F9-78FD-9E4D-8B7E-05CA678B5697}"/>
              </a:ext>
            </a:extLst>
          </p:cNvPr>
          <p:cNvCxnSpPr>
            <a:cxnSpLocks/>
          </p:cNvCxnSpPr>
          <p:nvPr userDrawn="1"/>
        </p:nvCxnSpPr>
        <p:spPr>
          <a:xfrm>
            <a:off x="0" y="6035008"/>
            <a:ext cx="12192000" cy="0"/>
          </a:xfrm>
          <a:prstGeom prst="line">
            <a:avLst/>
          </a:prstGeom>
          <a:ln w="285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230153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D5D382A-667B-2A4A-9F7F-A473FAA91488}"/>
              </a:ext>
            </a:extLst>
          </p:cNvPr>
          <p:cNvSpPr>
            <a:spLocks noGrp="1"/>
          </p:cNvSpPr>
          <p:nvPr>
            <p:ph type="title"/>
          </p:nvPr>
        </p:nvSpPr>
        <p:spPr>
          <a:xfrm>
            <a:off x="839788" y="365125"/>
            <a:ext cx="10515600" cy="1325563"/>
          </a:xfrm>
        </p:spPr>
        <p:txBody>
          <a:bodyPr/>
          <a:lstStyle>
            <a:lvl1pPr>
              <a:defRPr>
                <a:latin typeface="Poppins" pitchFamily="2" charset="77"/>
                <a:cs typeface="Poppins" pitchFamily="2" charset="77"/>
              </a:defRPr>
            </a:lvl1pPr>
          </a:lstStyle>
          <a:p>
            <a:r>
              <a:rPr lang="es-MX"/>
              <a:t>Haz clic para modificar el estilo de título del patrón</a:t>
            </a:r>
            <a:endParaRPr/>
          </a:p>
        </p:txBody>
      </p:sp>
      <p:sp>
        <p:nvSpPr>
          <p:cNvPr id="3" name="Marcador de texto 2">
            <a:extLst>
              <a:ext uri="{FF2B5EF4-FFF2-40B4-BE49-F238E27FC236}">
                <a16:creationId xmlns:a16="http://schemas.microsoft.com/office/drawing/2014/main" id="{3C09335F-9A58-4246-B8EF-2C3A4F00CA1E}"/>
              </a:ext>
            </a:extLst>
          </p:cNvPr>
          <p:cNvSpPr>
            <a:spLocks noGrp="1"/>
          </p:cNvSpPr>
          <p:nvPr>
            <p:ph type="body" idx="1"/>
          </p:nvPr>
        </p:nvSpPr>
        <p:spPr>
          <a:xfrm>
            <a:off x="839788" y="1681163"/>
            <a:ext cx="5157787" cy="823912"/>
          </a:xfrm>
        </p:spPr>
        <p:txBody>
          <a:bodyPr anchor="b"/>
          <a:lstStyle>
            <a:lvl1pPr marL="0" indent="0">
              <a:buNone/>
              <a:defRPr sz="2400" b="1">
                <a:latin typeface="Poppins" pitchFamily="2" charset="77"/>
                <a:cs typeface="Poppins" pitchFamily="2" charset="77"/>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Marcador de contenido 3">
            <a:extLst>
              <a:ext uri="{FF2B5EF4-FFF2-40B4-BE49-F238E27FC236}">
                <a16:creationId xmlns:a16="http://schemas.microsoft.com/office/drawing/2014/main" id="{4F6114D4-9252-804A-A2D0-81FCBA65491D}"/>
              </a:ext>
            </a:extLst>
          </p:cNvPr>
          <p:cNvSpPr>
            <a:spLocks noGrp="1"/>
          </p:cNvSpPr>
          <p:nvPr>
            <p:ph sz="half" idx="2"/>
          </p:nvPr>
        </p:nvSpPr>
        <p:spPr>
          <a:xfrm>
            <a:off x="839788" y="2505075"/>
            <a:ext cx="5157787" cy="3490997"/>
          </a:xfrm>
        </p:spPr>
        <p:txBody>
          <a:bodyPr/>
          <a:lstStyle>
            <a:lvl1pPr>
              <a:defRPr>
                <a:latin typeface="Poppins" pitchFamily="2" charset="77"/>
                <a:cs typeface="Poppins" pitchFamily="2" charset="77"/>
              </a:defRPr>
            </a:lvl1pPr>
            <a:lvl2pPr>
              <a:defRPr>
                <a:latin typeface="Poppins" pitchFamily="2" charset="77"/>
                <a:cs typeface="Poppins" pitchFamily="2" charset="77"/>
              </a:defRPr>
            </a:lvl2pPr>
            <a:lvl3pPr>
              <a:defRPr>
                <a:latin typeface="Poppins" pitchFamily="2" charset="77"/>
                <a:cs typeface="Poppins" pitchFamily="2" charset="77"/>
              </a:defRPr>
            </a:lvl3pPr>
            <a:lvl4pPr>
              <a:defRPr>
                <a:latin typeface="Poppins" pitchFamily="2" charset="77"/>
                <a:cs typeface="Poppins" pitchFamily="2" charset="77"/>
              </a:defRPr>
            </a:lvl4pPr>
            <a:lvl5pPr>
              <a:defRPr>
                <a:latin typeface="Poppins" pitchFamily="2" charset="77"/>
                <a:cs typeface="Poppins" pitchFamily="2" charset="77"/>
              </a:defRPr>
            </a:lvl5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a:p>
        </p:txBody>
      </p:sp>
      <p:sp>
        <p:nvSpPr>
          <p:cNvPr id="5" name="Marcador de texto 4">
            <a:extLst>
              <a:ext uri="{FF2B5EF4-FFF2-40B4-BE49-F238E27FC236}">
                <a16:creationId xmlns:a16="http://schemas.microsoft.com/office/drawing/2014/main" id="{770F59E7-3BC6-4548-B629-50002C1CFDF0}"/>
              </a:ext>
            </a:extLst>
          </p:cNvPr>
          <p:cNvSpPr>
            <a:spLocks noGrp="1"/>
          </p:cNvSpPr>
          <p:nvPr>
            <p:ph type="body" sz="quarter" idx="3"/>
          </p:nvPr>
        </p:nvSpPr>
        <p:spPr>
          <a:xfrm>
            <a:off x="6172200" y="1681163"/>
            <a:ext cx="5183188" cy="823912"/>
          </a:xfrm>
        </p:spPr>
        <p:txBody>
          <a:bodyPr anchor="b"/>
          <a:lstStyle>
            <a:lvl1pPr marL="0" indent="0">
              <a:buNone/>
              <a:defRPr sz="2400" b="1">
                <a:latin typeface="Poppins" pitchFamily="2" charset="77"/>
                <a:cs typeface="Poppins" pitchFamily="2" charset="77"/>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Marcador de contenido 5">
            <a:extLst>
              <a:ext uri="{FF2B5EF4-FFF2-40B4-BE49-F238E27FC236}">
                <a16:creationId xmlns:a16="http://schemas.microsoft.com/office/drawing/2014/main" id="{258AEE18-7B84-8F4D-87BD-6A2E5599069B}"/>
              </a:ext>
            </a:extLst>
          </p:cNvPr>
          <p:cNvSpPr>
            <a:spLocks noGrp="1"/>
          </p:cNvSpPr>
          <p:nvPr>
            <p:ph sz="quarter" idx="4"/>
          </p:nvPr>
        </p:nvSpPr>
        <p:spPr>
          <a:xfrm>
            <a:off x="6172200" y="2505075"/>
            <a:ext cx="5183188" cy="3490995"/>
          </a:xfrm>
        </p:spPr>
        <p:txBody>
          <a:bodyPr/>
          <a:lstStyle>
            <a:lvl1pPr>
              <a:defRPr>
                <a:latin typeface="Poppins" pitchFamily="2" charset="77"/>
                <a:cs typeface="Poppins" pitchFamily="2" charset="77"/>
              </a:defRPr>
            </a:lvl1pPr>
            <a:lvl2pPr>
              <a:defRPr>
                <a:latin typeface="Poppins" pitchFamily="2" charset="77"/>
                <a:cs typeface="Poppins" pitchFamily="2" charset="77"/>
              </a:defRPr>
            </a:lvl2pPr>
            <a:lvl3pPr>
              <a:defRPr>
                <a:latin typeface="Poppins" pitchFamily="2" charset="77"/>
                <a:cs typeface="Poppins" pitchFamily="2" charset="77"/>
              </a:defRPr>
            </a:lvl3pPr>
            <a:lvl4pPr>
              <a:defRPr>
                <a:latin typeface="Poppins" pitchFamily="2" charset="77"/>
                <a:cs typeface="Poppins" pitchFamily="2" charset="77"/>
              </a:defRPr>
            </a:lvl4pPr>
            <a:lvl5pPr>
              <a:defRPr>
                <a:latin typeface="Poppins" pitchFamily="2" charset="77"/>
                <a:cs typeface="Poppins" pitchFamily="2" charset="77"/>
              </a:defRPr>
            </a:lvl5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a:p>
        </p:txBody>
      </p:sp>
      <p:sp>
        <p:nvSpPr>
          <p:cNvPr id="7" name="Marcador de fecha 6">
            <a:extLst>
              <a:ext uri="{FF2B5EF4-FFF2-40B4-BE49-F238E27FC236}">
                <a16:creationId xmlns:a16="http://schemas.microsoft.com/office/drawing/2014/main" id="{8B10559E-7322-354C-A3FF-1EB521A41FE1}"/>
              </a:ext>
            </a:extLst>
          </p:cNvPr>
          <p:cNvSpPr>
            <a:spLocks noGrp="1"/>
          </p:cNvSpPr>
          <p:nvPr>
            <p:ph type="dt" sz="half" idx="10"/>
          </p:nvPr>
        </p:nvSpPr>
        <p:spPr/>
        <p:txBody>
          <a:bodyPr/>
          <a:lstStyle>
            <a:lvl1pPr>
              <a:defRPr>
                <a:latin typeface="Poppins" pitchFamily="2" charset="77"/>
                <a:cs typeface="Poppins" pitchFamily="2" charset="77"/>
              </a:defRPr>
            </a:lvl1pPr>
          </a:lstStyle>
          <a:p>
            <a:fld id="{CFACC4EE-0BEF-1646-BAF7-943324C0CB09}" type="datetimeFigureOut">
              <a:rPr lang="es-MX" smtClean="0"/>
              <a:pPr/>
              <a:t>01/12/21</a:t>
            </a:fld>
            <a:endParaRPr lang="es-MX"/>
          </a:p>
        </p:txBody>
      </p:sp>
      <p:sp>
        <p:nvSpPr>
          <p:cNvPr id="8" name="Marcador de pie de página 7">
            <a:extLst>
              <a:ext uri="{FF2B5EF4-FFF2-40B4-BE49-F238E27FC236}">
                <a16:creationId xmlns:a16="http://schemas.microsoft.com/office/drawing/2014/main" id="{1B24FE0E-CCE7-8F4D-AE8D-C34BF891836B}"/>
              </a:ext>
            </a:extLst>
          </p:cNvPr>
          <p:cNvSpPr>
            <a:spLocks noGrp="1"/>
          </p:cNvSpPr>
          <p:nvPr>
            <p:ph type="ftr" sz="quarter" idx="11"/>
          </p:nvPr>
        </p:nvSpPr>
        <p:spPr/>
        <p:txBody>
          <a:bodyPr/>
          <a:lstStyle>
            <a:lvl1pPr>
              <a:defRPr>
                <a:latin typeface="Poppins" pitchFamily="2" charset="77"/>
                <a:cs typeface="Poppins" pitchFamily="2" charset="77"/>
              </a:defRPr>
            </a:lvl1pPr>
          </a:lstStyle>
          <a:p>
            <a:endParaRPr lang="es-MX"/>
          </a:p>
        </p:txBody>
      </p:sp>
      <p:sp>
        <p:nvSpPr>
          <p:cNvPr id="9" name="Marcador de número de diapositiva 8">
            <a:extLst>
              <a:ext uri="{FF2B5EF4-FFF2-40B4-BE49-F238E27FC236}">
                <a16:creationId xmlns:a16="http://schemas.microsoft.com/office/drawing/2014/main" id="{BF84FF45-7BE1-3C4A-B248-39D9851180A8}"/>
              </a:ext>
            </a:extLst>
          </p:cNvPr>
          <p:cNvSpPr>
            <a:spLocks noGrp="1"/>
          </p:cNvSpPr>
          <p:nvPr>
            <p:ph type="sldNum" sz="quarter" idx="12"/>
          </p:nvPr>
        </p:nvSpPr>
        <p:spPr/>
        <p:txBody>
          <a:bodyPr/>
          <a:lstStyle>
            <a:lvl1pPr>
              <a:defRPr>
                <a:latin typeface="Poppins" pitchFamily="2" charset="77"/>
                <a:cs typeface="Poppins" pitchFamily="2" charset="77"/>
              </a:defRPr>
            </a:lvl1pPr>
          </a:lstStyle>
          <a:p>
            <a:fld id="{C7F360A6-EFCD-2545-B53E-EBAEC0C880D9}" type="slidenum">
              <a:rPr lang="es-MX" smtClean="0"/>
              <a:pPr/>
              <a:t>‹Nº›</a:t>
            </a:fld>
            <a:endParaRPr lang="es-MX"/>
          </a:p>
        </p:txBody>
      </p:sp>
      <p:pic>
        <p:nvPicPr>
          <p:cNvPr id="10" name="Imagen 9">
            <a:extLst>
              <a:ext uri="{FF2B5EF4-FFF2-40B4-BE49-F238E27FC236}">
                <a16:creationId xmlns:a16="http://schemas.microsoft.com/office/drawing/2014/main" id="{C2768403-0699-6147-AB48-B902B60CAC72}"/>
              </a:ext>
            </a:extLst>
          </p:cNvPr>
          <p:cNvPicPr>
            <a:picLocks noChangeAspect="1"/>
          </p:cNvPicPr>
          <p:nvPr userDrawn="1"/>
        </p:nvPicPr>
        <p:blipFill>
          <a:blip r:embed="rId2"/>
          <a:stretch>
            <a:fillRect/>
          </a:stretch>
        </p:blipFill>
        <p:spPr>
          <a:xfrm>
            <a:off x="11353799" y="6073943"/>
            <a:ext cx="796963" cy="796963"/>
          </a:xfrm>
          <a:prstGeom prst="rect">
            <a:avLst/>
          </a:prstGeom>
        </p:spPr>
      </p:pic>
      <p:pic>
        <p:nvPicPr>
          <p:cNvPr id="11" name="Picture 2" descr="Inicio - Comisión Estatal de Aguas Querétaro">
            <a:extLst>
              <a:ext uri="{FF2B5EF4-FFF2-40B4-BE49-F238E27FC236}">
                <a16:creationId xmlns:a16="http://schemas.microsoft.com/office/drawing/2014/main" id="{722EB5F6-9BD9-8C41-9D82-3F1F2CF59CB9}"/>
              </a:ext>
            </a:extLst>
          </p:cNvPr>
          <p:cNvPicPr>
            <a:picLocks noChangeAspect="1" noChangeArrowheads="1"/>
          </p:cNvPicPr>
          <p:nvPr userDrawn="1"/>
        </p:nvPicPr>
        <p:blipFill rotWithShape="1">
          <a:blip r:embed="rId3">
            <a:extLst>
              <a:ext uri="{28A0092B-C50C-407E-A947-70E740481C1C}">
                <a14:useLocalDpi xmlns:a14="http://schemas.microsoft.com/office/drawing/2010/main" val="0"/>
              </a:ext>
            </a:extLst>
          </a:blip>
          <a:srcRect l="8457" t="20610" r="66118" b="17918"/>
          <a:stretch/>
        </p:blipFill>
        <p:spPr bwMode="auto">
          <a:xfrm>
            <a:off x="41236" y="6059399"/>
            <a:ext cx="796963" cy="800675"/>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Conector recto 11">
            <a:extLst>
              <a:ext uri="{FF2B5EF4-FFF2-40B4-BE49-F238E27FC236}">
                <a16:creationId xmlns:a16="http://schemas.microsoft.com/office/drawing/2014/main" id="{271845F5-75C2-7D4F-8457-B84A7D3D2B9D}"/>
              </a:ext>
            </a:extLst>
          </p:cNvPr>
          <p:cNvCxnSpPr>
            <a:cxnSpLocks/>
          </p:cNvCxnSpPr>
          <p:nvPr userDrawn="1"/>
        </p:nvCxnSpPr>
        <p:spPr>
          <a:xfrm>
            <a:off x="0" y="6035008"/>
            <a:ext cx="12192000" cy="0"/>
          </a:xfrm>
          <a:prstGeom prst="line">
            <a:avLst/>
          </a:prstGeom>
          <a:ln w="285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54562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DB5B7A4-3D5F-8045-A047-9EAF5E2EB2C9}"/>
              </a:ext>
            </a:extLst>
          </p:cNvPr>
          <p:cNvSpPr>
            <a:spLocks noGrp="1"/>
          </p:cNvSpPr>
          <p:nvPr>
            <p:ph type="title"/>
          </p:nvPr>
        </p:nvSpPr>
        <p:spPr/>
        <p:txBody>
          <a:bodyPr/>
          <a:lstStyle>
            <a:lvl1pPr>
              <a:defRPr>
                <a:latin typeface="Poppins" pitchFamily="2" charset="77"/>
                <a:cs typeface="Poppins" pitchFamily="2" charset="77"/>
              </a:defRPr>
            </a:lvl1pPr>
          </a:lstStyle>
          <a:p>
            <a:r>
              <a:rPr lang="es-MX"/>
              <a:t>Haz clic para modificar el estilo de título del patrón</a:t>
            </a:r>
            <a:endParaRPr/>
          </a:p>
        </p:txBody>
      </p:sp>
      <p:sp>
        <p:nvSpPr>
          <p:cNvPr id="3" name="Marcador de fecha 2">
            <a:extLst>
              <a:ext uri="{FF2B5EF4-FFF2-40B4-BE49-F238E27FC236}">
                <a16:creationId xmlns:a16="http://schemas.microsoft.com/office/drawing/2014/main" id="{13725EA8-F73B-FE4A-8D01-6FEA6F118136}"/>
              </a:ext>
            </a:extLst>
          </p:cNvPr>
          <p:cNvSpPr>
            <a:spLocks noGrp="1"/>
          </p:cNvSpPr>
          <p:nvPr>
            <p:ph type="dt" sz="half" idx="10"/>
          </p:nvPr>
        </p:nvSpPr>
        <p:spPr/>
        <p:txBody>
          <a:bodyPr/>
          <a:lstStyle>
            <a:lvl1pPr>
              <a:defRPr>
                <a:latin typeface="Poppins" pitchFamily="2" charset="77"/>
                <a:cs typeface="Poppins" pitchFamily="2" charset="77"/>
              </a:defRPr>
            </a:lvl1pPr>
          </a:lstStyle>
          <a:p>
            <a:fld id="{CFACC4EE-0BEF-1646-BAF7-943324C0CB09}" type="datetimeFigureOut">
              <a:rPr lang="es-MX" smtClean="0"/>
              <a:pPr/>
              <a:t>01/12/21</a:t>
            </a:fld>
            <a:endParaRPr lang="es-MX"/>
          </a:p>
        </p:txBody>
      </p:sp>
      <p:sp>
        <p:nvSpPr>
          <p:cNvPr id="4" name="Marcador de pie de página 3">
            <a:extLst>
              <a:ext uri="{FF2B5EF4-FFF2-40B4-BE49-F238E27FC236}">
                <a16:creationId xmlns:a16="http://schemas.microsoft.com/office/drawing/2014/main" id="{40086FE5-BEC3-BF4F-9AB2-EFB304DFC400}"/>
              </a:ext>
            </a:extLst>
          </p:cNvPr>
          <p:cNvSpPr>
            <a:spLocks noGrp="1"/>
          </p:cNvSpPr>
          <p:nvPr>
            <p:ph type="ftr" sz="quarter" idx="11"/>
          </p:nvPr>
        </p:nvSpPr>
        <p:spPr/>
        <p:txBody>
          <a:bodyPr/>
          <a:lstStyle>
            <a:lvl1pPr>
              <a:defRPr>
                <a:latin typeface="Poppins" pitchFamily="2" charset="77"/>
                <a:cs typeface="Poppins" pitchFamily="2" charset="77"/>
              </a:defRPr>
            </a:lvl1pPr>
          </a:lstStyle>
          <a:p>
            <a:endParaRPr lang="es-MX"/>
          </a:p>
        </p:txBody>
      </p:sp>
      <p:sp>
        <p:nvSpPr>
          <p:cNvPr id="5" name="Marcador de número de diapositiva 4">
            <a:extLst>
              <a:ext uri="{FF2B5EF4-FFF2-40B4-BE49-F238E27FC236}">
                <a16:creationId xmlns:a16="http://schemas.microsoft.com/office/drawing/2014/main" id="{1804F421-E186-2842-938B-667D500B8597}"/>
              </a:ext>
            </a:extLst>
          </p:cNvPr>
          <p:cNvSpPr>
            <a:spLocks noGrp="1"/>
          </p:cNvSpPr>
          <p:nvPr>
            <p:ph type="sldNum" sz="quarter" idx="12"/>
          </p:nvPr>
        </p:nvSpPr>
        <p:spPr/>
        <p:txBody>
          <a:bodyPr/>
          <a:lstStyle>
            <a:lvl1pPr>
              <a:defRPr>
                <a:latin typeface="Poppins" pitchFamily="2" charset="77"/>
                <a:cs typeface="Poppins" pitchFamily="2" charset="77"/>
              </a:defRPr>
            </a:lvl1pPr>
          </a:lstStyle>
          <a:p>
            <a:fld id="{C7F360A6-EFCD-2545-B53E-EBAEC0C880D9}" type="slidenum">
              <a:rPr lang="es-MX" smtClean="0"/>
              <a:pPr/>
              <a:t>‹Nº›</a:t>
            </a:fld>
            <a:endParaRPr lang="es-MX"/>
          </a:p>
        </p:txBody>
      </p:sp>
      <p:pic>
        <p:nvPicPr>
          <p:cNvPr id="6" name="Imagen 5">
            <a:extLst>
              <a:ext uri="{FF2B5EF4-FFF2-40B4-BE49-F238E27FC236}">
                <a16:creationId xmlns:a16="http://schemas.microsoft.com/office/drawing/2014/main" id="{7676782A-60E9-EC4A-9AC9-12A55ABEAFEF}"/>
              </a:ext>
            </a:extLst>
          </p:cNvPr>
          <p:cNvPicPr>
            <a:picLocks noChangeAspect="1"/>
          </p:cNvPicPr>
          <p:nvPr userDrawn="1"/>
        </p:nvPicPr>
        <p:blipFill>
          <a:blip r:embed="rId2"/>
          <a:stretch>
            <a:fillRect/>
          </a:stretch>
        </p:blipFill>
        <p:spPr>
          <a:xfrm>
            <a:off x="11353799" y="6073943"/>
            <a:ext cx="796963" cy="796963"/>
          </a:xfrm>
          <a:prstGeom prst="rect">
            <a:avLst/>
          </a:prstGeom>
        </p:spPr>
      </p:pic>
      <p:pic>
        <p:nvPicPr>
          <p:cNvPr id="7" name="Picture 2" descr="Inicio - Comisión Estatal de Aguas Querétaro">
            <a:extLst>
              <a:ext uri="{FF2B5EF4-FFF2-40B4-BE49-F238E27FC236}">
                <a16:creationId xmlns:a16="http://schemas.microsoft.com/office/drawing/2014/main" id="{BB15CDD4-6B02-854A-852E-82F2684C7406}"/>
              </a:ext>
            </a:extLst>
          </p:cNvPr>
          <p:cNvPicPr>
            <a:picLocks noChangeAspect="1" noChangeArrowheads="1"/>
          </p:cNvPicPr>
          <p:nvPr userDrawn="1"/>
        </p:nvPicPr>
        <p:blipFill rotWithShape="1">
          <a:blip r:embed="rId3">
            <a:extLst>
              <a:ext uri="{28A0092B-C50C-407E-A947-70E740481C1C}">
                <a14:useLocalDpi xmlns:a14="http://schemas.microsoft.com/office/drawing/2010/main" val="0"/>
              </a:ext>
            </a:extLst>
          </a:blip>
          <a:srcRect l="8457" t="20610" r="66118" b="17918"/>
          <a:stretch/>
        </p:blipFill>
        <p:spPr bwMode="auto">
          <a:xfrm>
            <a:off x="41236" y="6059399"/>
            <a:ext cx="796963" cy="800675"/>
          </a:xfrm>
          <a:prstGeom prst="rect">
            <a:avLst/>
          </a:prstGeom>
          <a:noFill/>
          <a:extLst>
            <a:ext uri="{909E8E84-426E-40DD-AFC4-6F175D3DCCD1}">
              <a14:hiddenFill xmlns:a14="http://schemas.microsoft.com/office/drawing/2010/main">
                <a:solidFill>
                  <a:srgbClr val="FFFFFF"/>
                </a:solidFill>
              </a14:hiddenFill>
            </a:ext>
          </a:extLst>
        </p:spPr>
      </p:pic>
      <p:cxnSp>
        <p:nvCxnSpPr>
          <p:cNvPr id="8" name="Conector recto 7">
            <a:extLst>
              <a:ext uri="{FF2B5EF4-FFF2-40B4-BE49-F238E27FC236}">
                <a16:creationId xmlns:a16="http://schemas.microsoft.com/office/drawing/2014/main" id="{2FB1B164-1733-9846-929A-0F19646C6E1E}"/>
              </a:ext>
            </a:extLst>
          </p:cNvPr>
          <p:cNvCxnSpPr>
            <a:cxnSpLocks/>
          </p:cNvCxnSpPr>
          <p:nvPr userDrawn="1"/>
        </p:nvCxnSpPr>
        <p:spPr>
          <a:xfrm>
            <a:off x="0" y="6035008"/>
            <a:ext cx="12192000" cy="0"/>
          </a:xfrm>
          <a:prstGeom prst="line">
            <a:avLst/>
          </a:prstGeom>
          <a:ln w="285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453020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534003EA-7BD8-7E44-B55E-BBFF4797A408}"/>
              </a:ext>
            </a:extLst>
          </p:cNvPr>
          <p:cNvSpPr>
            <a:spLocks noGrp="1"/>
          </p:cNvSpPr>
          <p:nvPr>
            <p:ph type="dt" sz="half" idx="10"/>
          </p:nvPr>
        </p:nvSpPr>
        <p:spPr/>
        <p:txBody>
          <a:bodyPr/>
          <a:lstStyle/>
          <a:p>
            <a:fld id="{CFACC4EE-0BEF-1646-BAF7-943324C0CB09}" type="datetimeFigureOut">
              <a:rPr lang="es-MX" smtClean="0"/>
              <a:t>01/12/21</a:t>
            </a:fld>
            <a:endParaRPr lang="es-MX"/>
          </a:p>
        </p:txBody>
      </p:sp>
      <p:sp>
        <p:nvSpPr>
          <p:cNvPr id="3" name="Marcador de pie de página 2">
            <a:extLst>
              <a:ext uri="{FF2B5EF4-FFF2-40B4-BE49-F238E27FC236}">
                <a16:creationId xmlns:a16="http://schemas.microsoft.com/office/drawing/2014/main" id="{59D5E602-F22E-1641-993C-97C2248990A0}"/>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id="{064B0CB6-E9A5-3E43-84F2-72533CB8D9DA}"/>
              </a:ext>
            </a:extLst>
          </p:cNvPr>
          <p:cNvSpPr>
            <a:spLocks noGrp="1"/>
          </p:cNvSpPr>
          <p:nvPr>
            <p:ph type="sldNum" sz="quarter" idx="12"/>
          </p:nvPr>
        </p:nvSpPr>
        <p:spPr/>
        <p:txBody>
          <a:bodyPr/>
          <a:lstStyle/>
          <a:p>
            <a:fld id="{C7F360A6-EFCD-2545-B53E-EBAEC0C880D9}" type="slidenum">
              <a:rPr lang="es-MX" smtClean="0"/>
              <a:t>‹Nº›</a:t>
            </a:fld>
            <a:endParaRPr lang="es-MX"/>
          </a:p>
        </p:txBody>
      </p:sp>
      <p:pic>
        <p:nvPicPr>
          <p:cNvPr id="5" name="Imagen 4">
            <a:extLst>
              <a:ext uri="{FF2B5EF4-FFF2-40B4-BE49-F238E27FC236}">
                <a16:creationId xmlns:a16="http://schemas.microsoft.com/office/drawing/2014/main" id="{6B54B3F0-058F-E44C-9BFD-AFAF34F65C40}"/>
              </a:ext>
            </a:extLst>
          </p:cNvPr>
          <p:cNvPicPr>
            <a:picLocks noChangeAspect="1"/>
          </p:cNvPicPr>
          <p:nvPr userDrawn="1"/>
        </p:nvPicPr>
        <p:blipFill>
          <a:blip r:embed="rId2"/>
          <a:stretch>
            <a:fillRect/>
          </a:stretch>
        </p:blipFill>
        <p:spPr>
          <a:xfrm>
            <a:off x="11353799" y="6073943"/>
            <a:ext cx="796963" cy="796963"/>
          </a:xfrm>
          <a:prstGeom prst="rect">
            <a:avLst/>
          </a:prstGeom>
        </p:spPr>
      </p:pic>
      <p:pic>
        <p:nvPicPr>
          <p:cNvPr id="6" name="Picture 2" descr="Inicio - Comisión Estatal de Aguas Querétaro">
            <a:extLst>
              <a:ext uri="{FF2B5EF4-FFF2-40B4-BE49-F238E27FC236}">
                <a16:creationId xmlns:a16="http://schemas.microsoft.com/office/drawing/2014/main" id="{4C449891-D561-6D4C-87AF-4D499EC08CE2}"/>
              </a:ext>
            </a:extLst>
          </p:cNvPr>
          <p:cNvPicPr>
            <a:picLocks noChangeAspect="1" noChangeArrowheads="1"/>
          </p:cNvPicPr>
          <p:nvPr userDrawn="1"/>
        </p:nvPicPr>
        <p:blipFill rotWithShape="1">
          <a:blip r:embed="rId3">
            <a:extLst>
              <a:ext uri="{28A0092B-C50C-407E-A947-70E740481C1C}">
                <a14:useLocalDpi xmlns:a14="http://schemas.microsoft.com/office/drawing/2010/main" val="0"/>
              </a:ext>
            </a:extLst>
          </a:blip>
          <a:srcRect l="8457" t="20610" r="66118" b="17918"/>
          <a:stretch/>
        </p:blipFill>
        <p:spPr bwMode="auto">
          <a:xfrm>
            <a:off x="41236" y="6059399"/>
            <a:ext cx="796963" cy="800675"/>
          </a:xfrm>
          <a:prstGeom prst="rect">
            <a:avLst/>
          </a:prstGeom>
          <a:noFill/>
          <a:extLst>
            <a:ext uri="{909E8E84-426E-40DD-AFC4-6F175D3DCCD1}">
              <a14:hiddenFill xmlns:a14="http://schemas.microsoft.com/office/drawing/2010/main">
                <a:solidFill>
                  <a:srgbClr val="FFFFFF"/>
                </a:solidFill>
              </a14:hiddenFill>
            </a:ext>
          </a:extLst>
        </p:spPr>
      </p:pic>
      <p:cxnSp>
        <p:nvCxnSpPr>
          <p:cNvPr id="7" name="Conector recto 6">
            <a:extLst>
              <a:ext uri="{FF2B5EF4-FFF2-40B4-BE49-F238E27FC236}">
                <a16:creationId xmlns:a16="http://schemas.microsoft.com/office/drawing/2014/main" id="{76EBFA79-005C-0A42-B8FF-21D97384AF4F}"/>
              </a:ext>
            </a:extLst>
          </p:cNvPr>
          <p:cNvCxnSpPr>
            <a:cxnSpLocks/>
          </p:cNvCxnSpPr>
          <p:nvPr userDrawn="1"/>
        </p:nvCxnSpPr>
        <p:spPr>
          <a:xfrm>
            <a:off x="0" y="6035008"/>
            <a:ext cx="12192000" cy="0"/>
          </a:xfrm>
          <a:prstGeom prst="line">
            <a:avLst/>
          </a:prstGeom>
          <a:ln w="285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522270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79074ED-4AAA-5F48-964D-903A5C2909A9}"/>
              </a:ext>
            </a:extLst>
          </p:cNvPr>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a:p>
        </p:txBody>
      </p:sp>
      <p:sp>
        <p:nvSpPr>
          <p:cNvPr id="3" name="Marcador de contenido 2">
            <a:extLst>
              <a:ext uri="{FF2B5EF4-FFF2-40B4-BE49-F238E27FC236}">
                <a16:creationId xmlns:a16="http://schemas.microsoft.com/office/drawing/2014/main" id="{F0F4473F-5310-5D4B-8DE2-9BE0BF518DC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a:p>
        </p:txBody>
      </p:sp>
      <p:sp>
        <p:nvSpPr>
          <p:cNvPr id="4" name="Marcador de texto 3">
            <a:extLst>
              <a:ext uri="{FF2B5EF4-FFF2-40B4-BE49-F238E27FC236}">
                <a16:creationId xmlns:a16="http://schemas.microsoft.com/office/drawing/2014/main" id="{5F7CF357-8F10-DA4D-A3BD-F5E3574B543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Marcador de fecha 4">
            <a:extLst>
              <a:ext uri="{FF2B5EF4-FFF2-40B4-BE49-F238E27FC236}">
                <a16:creationId xmlns:a16="http://schemas.microsoft.com/office/drawing/2014/main" id="{27415060-5BBF-E74D-A04D-30280FC2B6D0}"/>
              </a:ext>
            </a:extLst>
          </p:cNvPr>
          <p:cNvSpPr>
            <a:spLocks noGrp="1"/>
          </p:cNvSpPr>
          <p:nvPr>
            <p:ph type="dt" sz="half" idx="10"/>
          </p:nvPr>
        </p:nvSpPr>
        <p:spPr/>
        <p:txBody>
          <a:bodyPr/>
          <a:lstStyle/>
          <a:p>
            <a:fld id="{CFACC4EE-0BEF-1646-BAF7-943324C0CB09}" type="datetimeFigureOut">
              <a:rPr lang="es-MX" smtClean="0"/>
              <a:t>01/12/21</a:t>
            </a:fld>
            <a:endParaRPr lang="es-MX"/>
          </a:p>
        </p:txBody>
      </p:sp>
      <p:sp>
        <p:nvSpPr>
          <p:cNvPr id="6" name="Marcador de pie de página 5">
            <a:extLst>
              <a:ext uri="{FF2B5EF4-FFF2-40B4-BE49-F238E27FC236}">
                <a16:creationId xmlns:a16="http://schemas.microsoft.com/office/drawing/2014/main" id="{6A312389-146B-9D42-BB33-62BC2CAFD33E}"/>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FF5955C5-63BA-DE4D-943F-94F1810C697B}"/>
              </a:ext>
            </a:extLst>
          </p:cNvPr>
          <p:cNvSpPr>
            <a:spLocks noGrp="1"/>
          </p:cNvSpPr>
          <p:nvPr>
            <p:ph type="sldNum" sz="quarter" idx="12"/>
          </p:nvPr>
        </p:nvSpPr>
        <p:spPr/>
        <p:txBody>
          <a:bodyPr/>
          <a:lstStyle/>
          <a:p>
            <a:fld id="{C7F360A6-EFCD-2545-B53E-EBAEC0C880D9}" type="slidenum">
              <a:rPr lang="es-MX" smtClean="0"/>
              <a:t>‹Nº›</a:t>
            </a:fld>
            <a:endParaRPr lang="es-MX"/>
          </a:p>
        </p:txBody>
      </p:sp>
      <p:pic>
        <p:nvPicPr>
          <p:cNvPr id="8" name="Imagen 7">
            <a:extLst>
              <a:ext uri="{FF2B5EF4-FFF2-40B4-BE49-F238E27FC236}">
                <a16:creationId xmlns:a16="http://schemas.microsoft.com/office/drawing/2014/main" id="{70A6C11B-2BA0-2247-B0B0-B733B5845B06}"/>
              </a:ext>
            </a:extLst>
          </p:cNvPr>
          <p:cNvPicPr>
            <a:picLocks noChangeAspect="1"/>
          </p:cNvPicPr>
          <p:nvPr userDrawn="1"/>
        </p:nvPicPr>
        <p:blipFill>
          <a:blip r:embed="rId2"/>
          <a:stretch>
            <a:fillRect/>
          </a:stretch>
        </p:blipFill>
        <p:spPr>
          <a:xfrm>
            <a:off x="11353799" y="6073943"/>
            <a:ext cx="796963" cy="796963"/>
          </a:xfrm>
          <a:prstGeom prst="rect">
            <a:avLst/>
          </a:prstGeom>
        </p:spPr>
      </p:pic>
      <p:pic>
        <p:nvPicPr>
          <p:cNvPr id="9" name="Picture 2" descr="Inicio - Comisión Estatal de Aguas Querétaro">
            <a:extLst>
              <a:ext uri="{FF2B5EF4-FFF2-40B4-BE49-F238E27FC236}">
                <a16:creationId xmlns:a16="http://schemas.microsoft.com/office/drawing/2014/main" id="{3BA5FF85-966B-8A49-946D-8CE1BD5D7126}"/>
              </a:ext>
            </a:extLst>
          </p:cNvPr>
          <p:cNvPicPr>
            <a:picLocks noChangeAspect="1" noChangeArrowheads="1"/>
          </p:cNvPicPr>
          <p:nvPr userDrawn="1"/>
        </p:nvPicPr>
        <p:blipFill rotWithShape="1">
          <a:blip r:embed="rId3">
            <a:extLst>
              <a:ext uri="{28A0092B-C50C-407E-A947-70E740481C1C}">
                <a14:useLocalDpi xmlns:a14="http://schemas.microsoft.com/office/drawing/2010/main" val="0"/>
              </a:ext>
            </a:extLst>
          </a:blip>
          <a:srcRect l="8457" t="20610" r="66118" b="17918"/>
          <a:stretch/>
        </p:blipFill>
        <p:spPr bwMode="auto">
          <a:xfrm>
            <a:off x="41236" y="6059399"/>
            <a:ext cx="796963" cy="800675"/>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Conector recto 9">
            <a:extLst>
              <a:ext uri="{FF2B5EF4-FFF2-40B4-BE49-F238E27FC236}">
                <a16:creationId xmlns:a16="http://schemas.microsoft.com/office/drawing/2014/main" id="{EA1C0F1F-5241-084D-86AB-0878F57220B7}"/>
              </a:ext>
            </a:extLst>
          </p:cNvPr>
          <p:cNvCxnSpPr>
            <a:cxnSpLocks/>
          </p:cNvCxnSpPr>
          <p:nvPr userDrawn="1"/>
        </p:nvCxnSpPr>
        <p:spPr>
          <a:xfrm>
            <a:off x="0" y="6035008"/>
            <a:ext cx="12192000" cy="0"/>
          </a:xfrm>
          <a:prstGeom prst="line">
            <a:avLst/>
          </a:prstGeom>
          <a:ln w="285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861236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B1FF764-FD74-0E43-8631-C17BABD8EE88}"/>
              </a:ext>
            </a:extLst>
          </p:cNvPr>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a:p>
        </p:txBody>
      </p:sp>
      <p:sp>
        <p:nvSpPr>
          <p:cNvPr id="3" name="Marcador de posición de imagen 2">
            <a:extLst>
              <a:ext uri="{FF2B5EF4-FFF2-40B4-BE49-F238E27FC236}">
                <a16:creationId xmlns:a16="http://schemas.microsoft.com/office/drawing/2014/main" id="{FBBDCA41-9FC4-BF46-9FC3-B072C688612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Marcador de texto 3">
            <a:extLst>
              <a:ext uri="{FF2B5EF4-FFF2-40B4-BE49-F238E27FC236}">
                <a16:creationId xmlns:a16="http://schemas.microsoft.com/office/drawing/2014/main" id="{34A5AD44-F873-8B4D-9B54-ECA919D889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Marcador de fecha 4">
            <a:extLst>
              <a:ext uri="{FF2B5EF4-FFF2-40B4-BE49-F238E27FC236}">
                <a16:creationId xmlns:a16="http://schemas.microsoft.com/office/drawing/2014/main" id="{CD5E7EC0-7B51-9C47-A354-2A12A273A51E}"/>
              </a:ext>
            </a:extLst>
          </p:cNvPr>
          <p:cNvSpPr>
            <a:spLocks noGrp="1"/>
          </p:cNvSpPr>
          <p:nvPr>
            <p:ph type="dt" sz="half" idx="10"/>
          </p:nvPr>
        </p:nvSpPr>
        <p:spPr/>
        <p:txBody>
          <a:bodyPr/>
          <a:lstStyle/>
          <a:p>
            <a:fld id="{CFACC4EE-0BEF-1646-BAF7-943324C0CB09}" type="datetimeFigureOut">
              <a:rPr lang="es-MX" smtClean="0"/>
              <a:t>01/12/21</a:t>
            </a:fld>
            <a:endParaRPr lang="es-MX"/>
          </a:p>
        </p:txBody>
      </p:sp>
      <p:sp>
        <p:nvSpPr>
          <p:cNvPr id="6" name="Marcador de pie de página 5">
            <a:extLst>
              <a:ext uri="{FF2B5EF4-FFF2-40B4-BE49-F238E27FC236}">
                <a16:creationId xmlns:a16="http://schemas.microsoft.com/office/drawing/2014/main" id="{EA58E4B8-53B0-684E-91AB-555A6A8D4B88}"/>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3243C4BD-D212-F445-AB8D-297ACD152CDB}"/>
              </a:ext>
            </a:extLst>
          </p:cNvPr>
          <p:cNvSpPr>
            <a:spLocks noGrp="1"/>
          </p:cNvSpPr>
          <p:nvPr>
            <p:ph type="sldNum" sz="quarter" idx="12"/>
          </p:nvPr>
        </p:nvSpPr>
        <p:spPr/>
        <p:txBody>
          <a:bodyPr/>
          <a:lstStyle/>
          <a:p>
            <a:fld id="{C7F360A6-EFCD-2545-B53E-EBAEC0C880D9}" type="slidenum">
              <a:rPr lang="es-MX" smtClean="0"/>
              <a:t>‹Nº›</a:t>
            </a:fld>
            <a:endParaRPr lang="es-MX"/>
          </a:p>
        </p:txBody>
      </p:sp>
      <p:pic>
        <p:nvPicPr>
          <p:cNvPr id="8" name="Imagen 7">
            <a:extLst>
              <a:ext uri="{FF2B5EF4-FFF2-40B4-BE49-F238E27FC236}">
                <a16:creationId xmlns:a16="http://schemas.microsoft.com/office/drawing/2014/main" id="{4CE263D6-D744-A94D-9A60-BD5482BCD2BB}"/>
              </a:ext>
            </a:extLst>
          </p:cNvPr>
          <p:cNvPicPr>
            <a:picLocks noChangeAspect="1"/>
          </p:cNvPicPr>
          <p:nvPr userDrawn="1"/>
        </p:nvPicPr>
        <p:blipFill>
          <a:blip r:embed="rId2"/>
          <a:stretch>
            <a:fillRect/>
          </a:stretch>
        </p:blipFill>
        <p:spPr>
          <a:xfrm>
            <a:off x="11353799" y="6073943"/>
            <a:ext cx="796963" cy="796963"/>
          </a:xfrm>
          <a:prstGeom prst="rect">
            <a:avLst/>
          </a:prstGeom>
        </p:spPr>
      </p:pic>
      <p:pic>
        <p:nvPicPr>
          <p:cNvPr id="9" name="Picture 2" descr="Inicio - Comisión Estatal de Aguas Querétaro">
            <a:extLst>
              <a:ext uri="{FF2B5EF4-FFF2-40B4-BE49-F238E27FC236}">
                <a16:creationId xmlns:a16="http://schemas.microsoft.com/office/drawing/2014/main" id="{7FB95404-785B-E640-BCE4-68D788D3335E}"/>
              </a:ext>
            </a:extLst>
          </p:cNvPr>
          <p:cNvPicPr>
            <a:picLocks noChangeAspect="1" noChangeArrowheads="1"/>
          </p:cNvPicPr>
          <p:nvPr userDrawn="1"/>
        </p:nvPicPr>
        <p:blipFill rotWithShape="1">
          <a:blip r:embed="rId3">
            <a:extLst>
              <a:ext uri="{28A0092B-C50C-407E-A947-70E740481C1C}">
                <a14:useLocalDpi xmlns:a14="http://schemas.microsoft.com/office/drawing/2010/main" val="0"/>
              </a:ext>
            </a:extLst>
          </a:blip>
          <a:srcRect l="8457" t="20610" r="66118" b="17918"/>
          <a:stretch/>
        </p:blipFill>
        <p:spPr bwMode="auto">
          <a:xfrm>
            <a:off x="41236" y="6059399"/>
            <a:ext cx="796963" cy="800675"/>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Conector recto 9">
            <a:extLst>
              <a:ext uri="{FF2B5EF4-FFF2-40B4-BE49-F238E27FC236}">
                <a16:creationId xmlns:a16="http://schemas.microsoft.com/office/drawing/2014/main" id="{F3CACC7F-4EC3-6D42-AEDD-7B7F977823AB}"/>
              </a:ext>
            </a:extLst>
          </p:cNvPr>
          <p:cNvCxnSpPr>
            <a:cxnSpLocks/>
          </p:cNvCxnSpPr>
          <p:nvPr userDrawn="1"/>
        </p:nvCxnSpPr>
        <p:spPr>
          <a:xfrm>
            <a:off x="0" y="6035008"/>
            <a:ext cx="12192000" cy="0"/>
          </a:xfrm>
          <a:prstGeom prst="line">
            <a:avLst/>
          </a:prstGeom>
          <a:ln w="285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2911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BA9C45-6D13-964C-A75A-A7D00E674524}"/>
              </a:ext>
            </a:extLst>
          </p:cNvPr>
          <p:cNvSpPr>
            <a:spLocks noGrp="1"/>
          </p:cNvSpPr>
          <p:nvPr>
            <p:ph type="title"/>
          </p:nvPr>
        </p:nvSpPr>
        <p:spPr/>
        <p:txBody>
          <a:bodyPr/>
          <a:lstStyle/>
          <a:p>
            <a:r>
              <a:rPr lang="es-MX"/>
              <a:t>Haz clic para modificar el estilo de título del patrón</a:t>
            </a:r>
            <a:endParaRPr/>
          </a:p>
        </p:txBody>
      </p:sp>
      <p:sp>
        <p:nvSpPr>
          <p:cNvPr id="3" name="Marcador de texto vertical 2">
            <a:extLst>
              <a:ext uri="{FF2B5EF4-FFF2-40B4-BE49-F238E27FC236}">
                <a16:creationId xmlns:a16="http://schemas.microsoft.com/office/drawing/2014/main" id="{3BBDD81D-1362-3949-939A-661A8DC8588D}"/>
              </a:ext>
            </a:extLst>
          </p:cNvPr>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a:p>
        </p:txBody>
      </p:sp>
      <p:sp>
        <p:nvSpPr>
          <p:cNvPr id="4" name="Marcador de fecha 3">
            <a:extLst>
              <a:ext uri="{FF2B5EF4-FFF2-40B4-BE49-F238E27FC236}">
                <a16:creationId xmlns:a16="http://schemas.microsoft.com/office/drawing/2014/main" id="{39CCC092-82F7-7545-823D-12CFD2E15EDE}"/>
              </a:ext>
            </a:extLst>
          </p:cNvPr>
          <p:cNvSpPr>
            <a:spLocks noGrp="1"/>
          </p:cNvSpPr>
          <p:nvPr>
            <p:ph type="dt" sz="half" idx="10"/>
          </p:nvPr>
        </p:nvSpPr>
        <p:spPr/>
        <p:txBody>
          <a:bodyPr/>
          <a:lstStyle/>
          <a:p>
            <a:fld id="{CFACC4EE-0BEF-1646-BAF7-943324C0CB09}" type="datetimeFigureOut">
              <a:rPr lang="es-MX" smtClean="0"/>
              <a:t>01/12/21</a:t>
            </a:fld>
            <a:endParaRPr lang="es-MX"/>
          </a:p>
        </p:txBody>
      </p:sp>
      <p:sp>
        <p:nvSpPr>
          <p:cNvPr id="5" name="Marcador de pie de página 4">
            <a:extLst>
              <a:ext uri="{FF2B5EF4-FFF2-40B4-BE49-F238E27FC236}">
                <a16:creationId xmlns:a16="http://schemas.microsoft.com/office/drawing/2014/main" id="{D7E54E49-CBBB-FB45-8278-B7E0DAFD124F}"/>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614A9C2E-BB85-8E4D-9CAF-940812973BBB}"/>
              </a:ext>
            </a:extLst>
          </p:cNvPr>
          <p:cNvSpPr>
            <a:spLocks noGrp="1"/>
          </p:cNvSpPr>
          <p:nvPr>
            <p:ph type="sldNum" sz="quarter" idx="12"/>
          </p:nvPr>
        </p:nvSpPr>
        <p:spPr/>
        <p:txBody>
          <a:bodyPr/>
          <a:lstStyle/>
          <a:p>
            <a:fld id="{C7F360A6-EFCD-2545-B53E-EBAEC0C880D9}" type="slidenum">
              <a:rPr lang="es-MX" smtClean="0"/>
              <a:t>‹Nº›</a:t>
            </a:fld>
            <a:endParaRPr lang="es-MX"/>
          </a:p>
        </p:txBody>
      </p:sp>
    </p:spTree>
    <p:extLst>
      <p:ext uri="{BB962C8B-B14F-4D97-AF65-F5344CB8AC3E}">
        <p14:creationId xmlns:p14="http://schemas.microsoft.com/office/powerpoint/2010/main" val="39109597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5602DA1C-FA83-5546-9322-61257518A64F}"/>
              </a:ext>
            </a:extLst>
          </p:cNvPr>
          <p:cNvSpPr>
            <a:spLocks noGrp="1"/>
          </p:cNvSpPr>
          <p:nvPr>
            <p:ph type="title" orient="vert"/>
          </p:nvPr>
        </p:nvSpPr>
        <p:spPr>
          <a:xfrm>
            <a:off x="8724900" y="365125"/>
            <a:ext cx="2628900" cy="5811838"/>
          </a:xfrm>
        </p:spPr>
        <p:txBody>
          <a:bodyPr vert="eaVert"/>
          <a:lstStyle/>
          <a:p>
            <a:r>
              <a:rPr lang="es-MX"/>
              <a:t>Haz clic para modificar el estilo de título del patrón</a:t>
            </a:r>
            <a:endParaRPr/>
          </a:p>
        </p:txBody>
      </p:sp>
      <p:sp>
        <p:nvSpPr>
          <p:cNvPr id="3" name="Marcador de texto vertical 2">
            <a:extLst>
              <a:ext uri="{FF2B5EF4-FFF2-40B4-BE49-F238E27FC236}">
                <a16:creationId xmlns:a16="http://schemas.microsoft.com/office/drawing/2014/main" id="{29C8AB65-EABD-0E45-9782-F9D8700E70B7}"/>
              </a:ext>
            </a:extLst>
          </p:cNvPr>
          <p:cNvSpPr>
            <a:spLocks noGrp="1"/>
          </p:cNvSpPr>
          <p:nvPr>
            <p:ph type="body" orient="vert" idx="1"/>
          </p:nvPr>
        </p:nvSpPr>
        <p:spPr>
          <a:xfrm>
            <a:off x="838200" y="365125"/>
            <a:ext cx="7734300" cy="5811838"/>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a:p>
        </p:txBody>
      </p:sp>
      <p:sp>
        <p:nvSpPr>
          <p:cNvPr id="4" name="Marcador de fecha 3">
            <a:extLst>
              <a:ext uri="{FF2B5EF4-FFF2-40B4-BE49-F238E27FC236}">
                <a16:creationId xmlns:a16="http://schemas.microsoft.com/office/drawing/2014/main" id="{4560AA2B-8605-734A-B8C9-E411126523F8}"/>
              </a:ext>
            </a:extLst>
          </p:cNvPr>
          <p:cNvSpPr>
            <a:spLocks noGrp="1"/>
          </p:cNvSpPr>
          <p:nvPr>
            <p:ph type="dt" sz="half" idx="10"/>
          </p:nvPr>
        </p:nvSpPr>
        <p:spPr/>
        <p:txBody>
          <a:bodyPr/>
          <a:lstStyle/>
          <a:p>
            <a:fld id="{CFACC4EE-0BEF-1646-BAF7-943324C0CB09}" type="datetimeFigureOut">
              <a:rPr lang="es-MX" smtClean="0"/>
              <a:t>01/12/21</a:t>
            </a:fld>
            <a:endParaRPr lang="es-MX"/>
          </a:p>
        </p:txBody>
      </p:sp>
      <p:sp>
        <p:nvSpPr>
          <p:cNvPr id="5" name="Marcador de pie de página 4">
            <a:extLst>
              <a:ext uri="{FF2B5EF4-FFF2-40B4-BE49-F238E27FC236}">
                <a16:creationId xmlns:a16="http://schemas.microsoft.com/office/drawing/2014/main" id="{9857A913-4DF6-3B4E-BBC7-78727620223A}"/>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47682148-4867-0C49-BF56-8B372820340E}"/>
              </a:ext>
            </a:extLst>
          </p:cNvPr>
          <p:cNvSpPr>
            <a:spLocks noGrp="1"/>
          </p:cNvSpPr>
          <p:nvPr>
            <p:ph type="sldNum" sz="quarter" idx="12"/>
          </p:nvPr>
        </p:nvSpPr>
        <p:spPr/>
        <p:txBody>
          <a:bodyPr/>
          <a:lstStyle/>
          <a:p>
            <a:fld id="{C7F360A6-EFCD-2545-B53E-EBAEC0C880D9}" type="slidenum">
              <a:rPr lang="es-MX" smtClean="0"/>
              <a:t>‹Nº›</a:t>
            </a:fld>
            <a:endParaRPr lang="es-MX"/>
          </a:p>
        </p:txBody>
      </p:sp>
    </p:spTree>
    <p:extLst>
      <p:ext uri="{BB962C8B-B14F-4D97-AF65-F5344CB8AC3E}">
        <p14:creationId xmlns:p14="http://schemas.microsoft.com/office/powerpoint/2010/main" val="23105066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AD4526A2-F5A0-1D4F-9684-C099E63255C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MX"/>
              <a:t>Haz clic para modificar el estilo de título del patrón</a:t>
            </a:r>
            <a:endParaRPr/>
          </a:p>
        </p:txBody>
      </p:sp>
      <p:sp>
        <p:nvSpPr>
          <p:cNvPr id="3" name="Marcador de texto 2">
            <a:extLst>
              <a:ext uri="{FF2B5EF4-FFF2-40B4-BE49-F238E27FC236}">
                <a16:creationId xmlns:a16="http://schemas.microsoft.com/office/drawing/2014/main" id="{F9204639-EA89-C943-B550-29A207646DD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a:p>
        </p:txBody>
      </p:sp>
      <p:sp>
        <p:nvSpPr>
          <p:cNvPr id="4" name="Marcador de fecha 3">
            <a:extLst>
              <a:ext uri="{FF2B5EF4-FFF2-40B4-BE49-F238E27FC236}">
                <a16:creationId xmlns:a16="http://schemas.microsoft.com/office/drawing/2014/main" id="{BDC71320-ED28-EF43-BCCA-CCBB604AE80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Poppins" pitchFamily="2" charset="77"/>
                <a:cs typeface="Poppins" pitchFamily="2" charset="77"/>
              </a:defRPr>
            </a:lvl1pPr>
          </a:lstStyle>
          <a:p>
            <a:fld id="{CFACC4EE-0BEF-1646-BAF7-943324C0CB09}" type="datetimeFigureOut">
              <a:rPr lang="es-MX" smtClean="0"/>
              <a:pPr/>
              <a:t>01/12/21</a:t>
            </a:fld>
            <a:endParaRPr lang="es-MX"/>
          </a:p>
        </p:txBody>
      </p:sp>
      <p:sp>
        <p:nvSpPr>
          <p:cNvPr id="5" name="Marcador de pie de página 4">
            <a:extLst>
              <a:ext uri="{FF2B5EF4-FFF2-40B4-BE49-F238E27FC236}">
                <a16:creationId xmlns:a16="http://schemas.microsoft.com/office/drawing/2014/main" id="{B490B686-986B-384F-B0B4-752C6A6D2D8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Poppins" pitchFamily="2" charset="77"/>
                <a:cs typeface="Poppins" pitchFamily="2" charset="77"/>
              </a:defRPr>
            </a:lvl1pPr>
          </a:lstStyle>
          <a:p>
            <a:endParaRPr lang="es-MX"/>
          </a:p>
        </p:txBody>
      </p:sp>
      <p:sp>
        <p:nvSpPr>
          <p:cNvPr id="6" name="Marcador de número de diapositiva 5">
            <a:extLst>
              <a:ext uri="{FF2B5EF4-FFF2-40B4-BE49-F238E27FC236}">
                <a16:creationId xmlns:a16="http://schemas.microsoft.com/office/drawing/2014/main" id="{6E173C6E-B249-9F4A-9E67-ACB0A0F3435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Poppins" pitchFamily="2" charset="77"/>
                <a:cs typeface="Poppins" pitchFamily="2" charset="77"/>
              </a:defRPr>
            </a:lvl1pPr>
          </a:lstStyle>
          <a:p>
            <a:fld id="{C7F360A6-EFCD-2545-B53E-EBAEC0C880D9}" type="slidenum">
              <a:rPr lang="es-MX" smtClean="0"/>
              <a:pPr/>
              <a:t>‹Nº›</a:t>
            </a:fld>
            <a:endParaRPr lang="es-MX"/>
          </a:p>
        </p:txBody>
      </p:sp>
    </p:spTree>
    <p:extLst>
      <p:ext uri="{BB962C8B-B14F-4D97-AF65-F5344CB8AC3E}">
        <p14:creationId xmlns:p14="http://schemas.microsoft.com/office/powerpoint/2010/main" val="30557393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Poppins" pitchFamily="2" charset="77"/>
          <a:ea typeface="+mj-ea"/>
          <a:cs typeface="Poppins" pitchFamily="2" charset="77"/>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Poppins" pitchFamily="2" charset="77"/>
          <a:ea typeface="+mn-ea"/>
          <a:cs typeface="Poppins" pitchFamily="2" charset="77"/>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Poppins" pitchFamily="2" charset="77"/>
          <a:ea typeface="+mn-ea"/>
          <a:cs typeface="Poppins" pitchFamily="2" charset="77"/>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Poppins" pitchFamily="2" charset="77"/>
          <a:ea typeface="+mn-ea"/>
          <a:cs typeface="Poppins" pitchFamily="2" charset="77"/>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Poppins" pitchFamily="2" charset="77"/>
          <a:ea typeface="+mn-ea"/>
          <a:cs typeface="Poppins" pitchFamily="2" charset="77"/>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Poppins" pitchFamily="2" charset="77"/>
          <a:ea typeface="+mn-ea"/>
          <a:cs typeface="Poppins" pitchFamily="2" charset="77"/>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397A8C2-1AC9-5B43-8262-A546177F34FA}"/>
              </a:ext>
            </a:extLst>
          </p:cNvPr>
          <p:cNvSpPr>
            <a:spLocks noGrp="1"/>
          </p:cNvSpPr>
          <p:nvPr>
            <p:ph type="ctrTitle"/>
          </p:nvPr>
        </p:nvSpPr>
        <p:spPr>
          <a:xfrm>
            <a:off x="1524000" y="971751"/>
            <a:ext cx="9144000" cy="2387600"/>
          </a:xfrm>
        </p:spPr>
        <p:txBody>
          <a:bodyPr/>
          <a:lstStyle/>
          <a:p>
            <a:pPr lvl="0" marL="0" indent="0">
              <a:buNone/>
            </a:pPr>
            <a:r>
              <a:rPr/>
              <a:t>ABP</a:t>
            </a:r>
          </a:p>
        </p:txBody>
      </p:sp>
      <p:sp>
        <p:nvSpPr>
          <p:cNvPr id="3" name="Subtítulo 2">
            <a:extLst>
              <a:ext uri="{FF2B5EF4-FFF2-40B4-BE49-F238E27FC236}">
                <a16:creationId xmlns:a16="http://schemas.microsoft.com/office/drawing/2014/main" id="{88F6ABF1-74F7-E448-AAD7-E1581C53BC26}"/>
              </a:ext>
            </a:extLst>
          </p:cNvPr>
          <p:cNvSpPr>
            <a:spLocks noGrp="1"/>
          </p:cNvSpPr>
          <p:nvPr>
            <p:ph idx="1" type="subTitle"/>
          </p:nvPr>
        </p:nvSpPr>
        <p:spPr>
          <a:xfrm>
            <a:off x="1536581" y="3474024"/>
            <a:ext cx="9144000" cy="1277984"/>
          </a:xfrm>
        </p:spPr>
        <p:txBody>
          <a:bodyPr/>
          <a:lstStyle/>
          <a:p>
            <a:pPr lvl="0" marL="0" indent="0">
              <a:buNone/>
            </a:pPr>
            <a:br/>
            <a:br/>
            <a:r>
              <a:rPr/>
              <a:t>Registro</a:t>
            </a:r>
            <a:r>
              <a:rPr/>
              <a:t> </a:t>
            </a:r>
            <a:r>
              <a:rPr/>
              <a:t>de</a:t>
            </a:r>
            <a:r>
              <a:rPr/>
              <a:t> </a:t>
            </a:r>
            <a:r>
              <a:rPr/>
              <a:t>participantes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B3596B9-C5AE-CD4B-870B-AEC6724F9245}"/>
              </a:ext>
            </a:extLst>
          </p:cNvPr>
          <p:cNvSpPr>
            <a:spLocks noGrp="1"/>
          </p:cNvSpPr>
          <p:nvPr>
            <p:ph type="title"/>
          </p:nvPr>
        </p:nvSpPr>
        <p:spPr/>
        <p:txBody>
          <a:bodyPr/>
          <a:lstStyle/>
          <a:p>
            <a:pPr lvl="0" marL="0" indent="0">
              <a:buNone/>
            </a:pPr>
            <a:r>
              <a:rPr/>
              <a:t>Perfil</a:t>
            </a:r>
            <a:r>
              <a:rPr/>
              <a:t> </a:t>
            </a:r>
            <a:r>
              <a:rPr/>
              <a:t>de</a:t>
            </a:r>
            <a:r>
              <a:rPr/>
              <a:t> </a:t>
            </a:r>
            <a:r>
              <a:rPr/>
              <a:t>los</a:t>
            </a:r>
            <a:r>
              <a:rPr/>
              <a:t> </a:t>
            </a:r>
            <a:r>
              <a:rPr/>
              <a:t>participantes</a:t>
            </a:r>
          </a:p>
        </p:txBody>
      </p:sp>
      <p:sp>
        <p:nvSpPr>
          <p:cNvPr id="3" name="Marcador de contenido 2">
            <a:extLst>
              <a:ext uri="{FF2B5EF4-FFF2-40B4-BE49-F238E27FC236}">
                <a16:creationId xmlns:a16="http://schemas.microsoft.com/office/drawing/2014/main" id="{A4F9F920-0BEB-1B4C-9EAE-D82C23458135}"/>
              </a:ext>
            </a:extLst>
          </p:cNvPr>
          <p:cNvSpPr>
            <a:spLocks noGrp="1"/>
          </p:cNvSpPr>
          <p:nvPr>
            <p:ph idx="1" sz="half"/>
          </p:nvPr>
        </p:nvSpPr>
        <p:spPr/>
        <p:txBody>
          <a:bodyPr/>
          <a:lstStyle/>
          <a:p>
            <a:pPr lvl="0" marL="0" indent="0">
              <a:buNone/>
            </a:pPr>
            <a:r>
              <a:rPr/>
              <a:t>Al evento “ABP Virtual” llevado a cabo elJueves 02 de diciembre 2021, asistió un total de 15 participantes. Los cuales provienen de los municipios de Amealco de Bonfil, Cadereyta de Montes, Corregidora, Querétaro, San Juan del Río, Tolimán.</a:t>
            </a:r>
          </a:p>
        </p:txBody>
      </p:sp>
      <p:pic>
        <p:nvPicPr>
          <p:cNvPr descr="registro_files/figure-pptx/unnamed-chunk-1-1.png" id="0" name="Picture 1"/>
          <p:cNvPicPr>
            <a:picLocks noGrp="1" noChangeAspect="1"/>
          </p:cNvPicPr>
          <p:nvPr/>
        </p:nvPicPr>
        <p:blipFill>
          <a:blip r:embed="rId2"/>
          <a:stretch>
            <a:fillRect/>
          </a:stretch>
        </p:blipFill>
        <p:spPr bwMode="auto">
          <a:xfrm>
            <a:off x="6223000" y="1816100"/>
            <a:ext cx="5080000" cy="40640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B3596B9-C5AE-CD4B-870B-AEC6724F9245}"/>
              </a:ext>
            </a:extLst>
          </p:cNvPr>
          <p:cNvSpPr>
            <a:spLocks noGrp="1"/>
          </p:cNvSpPr>
          <p:nvPr>
            <p:ph type="title"/>
          </p:nvPr>
        </p:nvSpPr>
        <p:spPr/>
        <p:txBody>
          <a:bodyPr/>
          <a:lstStyle/>
          <a:p>
            <a:pPr lvl="0" marL="0" indent="0">
              <a:buNone/>
            </a:pPr>
            <a:r>
              <a:rPr/>
              <a:t>Antigüedad</a:t>
            </a:r>
            <a:r>
              <a:rPr/>
              <a:t> </a:t>
            </a:r>
            <a:r>
              <a:rPr/>
              <a:t>y</a:t>
            </a:r>
            <a:r>
              <a:rPr/>
              <a:t> </a:t>
            </a:r>
            <a:r>
              <a:rPr/>
              <a:t>dependencia</a:t>
            </a:r>
            <a:r>
              <a:rPr/>
              <a:t> </a:t>
            </a:r>
            <a:r>
              <a:rPr/>
              <a:t>laboral</a:t>
            </a:r>
          </a:p>
        </p:txBody>
      </p:sp>
      <p:pic>
        <p:nvPicPr>
          <p:cNvPr descr="registro_files/figure-pptx/unnamed-chunk-2-1.png" id="0" name="Picture 1"/>
          <p:cNvPicPr>
            <a:picLocks noGrp="1" noChangeAspect="1"/>
          </p:cNvPicPr>
          <p:nvPr/>
        </p:nvPicPr>
        <p:blipFill>
          <a:blip r:embed="rId2"/>
          <a:stretch>
            <a:fillRect/>
          </a:stretch>
        </p:blipFill>
        <p:spPr bwMode="auto">
          <a:xfrm>
            <a:off x="889000" y="1816100"/>
            <a:ext cx="5080000" cy="4064000"/>
          </a:xfrm>
          <a:prstGeom prst="rect">
            <a:avLst/>
          </a:prstGeom>
          <a:noFill/>
          <a:ln w="9525">
            <a:noFill/>
            <a:headEnd/>
            <a:tailEnd/>
          </a:ln>
        </p:spPr>
      </p:pic>
      <p:pic>
        <p:nvPicPr>
          <p:cNvPr descr="registro_files/figure-pptx/unnamed-chunk-3-1.png" id="0" name="Picture 1"/>
          <p:cNvPicPr>
            <a:picLocks noGrp="1" noChangeAspect="1"/>
          </p:cNvPicPr>
          <p:nvPr/>
        </p:nvPicPr>
        <p:blipFill>
          <a:blip r:embed="rId3"/>
          <a:stretch>
            <a:fillRect/>
          </a:stretch>
        </p:blipFill>
        <p:spPr bwMode="auto">
          <a:xfrm>
            <a:off x="6223000" y="1816100"/>
            <a:ext cx="5080000" cy="4064000"/>
          </a:xfrm>
          <a:prstGeom prst="rect">
            <a:avLst/>
          </a:prstGeom>
          <a:noFill/>
          <a:ln w="9525">
            <a:noFill/>
            <a:headEnd/>
            <a:tailEnd/>
          </a:ln>
        </p:spPr>
      </p:pic>
    </p:spTree>
  </p:cSld>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217</TotalTime>
  <Words>0</Words>
  <Application>Microsoft Macintosh PowerPoint</Application>
  <PresentationFormat>Panorámica</PresentationFormat>
  <Paragraphs>0</Paragraphs>
  <Slides>1</Slides>
  <Notes>0</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vt:i4>
      </vt:variant>
    </vt:vector>
  </HeadingPairs>
  <TitlesOfParts>
    <vt:vector size="4" baseType="lpstr">
      <vt:lpstr>Arial</vt:lpstr>
      <vt:lpstr>Poppins</vt:lpstr>
      <vt:lpstr>Tema de Office</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ABP</dc:title>
  <dc:creator>Registro de participantes</dc:creator>
  <cp:keywords/>
  <dcterms:created xsi:type="dcterms:W3CDTF">2021-12-01T22:32:11Z</dcterms:created>
  <dcterms:modified xsi:type="dcterms:W3CDTF">2021-12-01T22:32:11Z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utput">
    <vt:lpwstr/>
  </property>
</Properties>
</file>