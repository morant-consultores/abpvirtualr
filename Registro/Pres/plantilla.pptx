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 showGuides="1">
      <p:cViewPr varScale="1">
        <p:scale>
          <a:sx n="111" d="100"/>
          <a:sy n="111" d="100"/>
        </p:scale>
        <p:origin x="108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7A8C2-1AC9-5B43-8262-A546177F3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175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F6ABF1-74F7-E448-AAD7-E1581C53B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6581" y="3474024"/>
            <a:ext cx="9144000" cy="1277984"/>
          </a:xfrm>
        </p:spPr>
        <p:txBody>
          <a:bodyPr/>
          <a:lstStyle>
            <a:lvl1pPr marL="0" indent="0" algn="ctr">
              <a:buNone/>
              <a:defRPr sz="2400" spc="600">
                <a:solidFill>
                  <a:schemeClr val="accent1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FCB3E-6E82-6042-B567-0F45A18A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FACC4EE-0BEF-1646-BAF7-943324C0CB09}" type="datetimeFigureOut">
              <a:rPr lang="es-MX" smtClean="0"/>
              <a:pPr/>
              <a:t>01/12/21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5377CD-39A6-DA40-8711-CEC7C557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AD814D-3D70-3141-A35A-F483134C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7F360A6-EFCD-2545-B53E-EBAEC0C880D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AE3820-071C-8F44-8429-696C203FC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90673" y="4810817"/>
            <a:ext cx="2060090" cy="2060090"/>
          </a:xfrm>
          <a:prstGeom prst="rect">
            <a:avLst/>
          </a:prstGeom>
        </p:spPr>
      </p:pic>
      <p:pic>
        <p:nvPicPr>
          <p:cNvPr id="1026" name="Picture 2" descr="Inicio - Comisión Estatal de Aguas Querétaro">
            <a:extLst>
              <a:ext uri="{FF2B5EF4-FFF2-40B4-BE49-F238E27FC236}">
                <a16:creationId xmlns:a16="http://schemas.microsoft.com/office/drawing/2014/main" id="{6B2FB1DC-A1B3-7449-9517-1BD8DCDDF8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52191"/>
            <a:ext cx="5077578" cy="210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00A1412-EA27-2C43-B402-621759E3A642}"/>
              </a:ext>
            </a:extLst>
          </p:cNvPr>
          <p:cNvCxnSpPr/>
          <p:nvPr userDrawn="1"/>
        </p:nvCxnSpPr>
        <p:spPr>
          <a:xfrm>
            <a:off x="6096000" y="4810817"/>
            <a:ext cx="457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8EC150C-6F18-7A40-B5FD-F0D0C3B13F4D}"/>
              </a:ext>
            </a:extLst>
          </p:cNvPr>
          <p:cNvCxnSpPr/>
          <p:nvPr userDrawn="1"/>
        </p:nvCxnSpPr>
        <p:spPr>
          <a:xfrm>
            <a:off x="1502453" y="782433"/>
            <a:ext cx="457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C07A4F1-71E1-6D48-91ED-5C10C1C564DF}"/>
              </a:ext>
            </a:extLst>
          </p:cNvPr>
          <p:cNvCxnSpPr>
            <a:cxnSpLocks/>
          </p:cNvCxnSpPr>
          <p:nvPr userDrawn="1"/>
        </p:nvCxnSpPr>
        <p:spPr>
          <a:xfrm>
            <a:off x="1502453" y="767734"/>
            <a:ext cx="0" cy="958886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603F161-B609-4D45-A9DB-991B5A8C7122}"/>
              </a:ext>
            </a:extLst>
          </p:cNvPr>
          <p:cNvCxnSpPr>
            <a:cxnSpLocks/>
          </p:cNvCxnSpPr>
          <p:nvPr userDrawn="1"/>
        </p:nvCxnSpPr>
        <p:spPr>
          <a:xfrm>
            <a:off x="10655418" y="3851931"/>
            <a:ext cx="0" cy="958886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61C97A36-385F-D649-ADBE-91F922385F82}"/>
              </a:ext>
            </a:extLst>
          </p:cNvPr>
          <p:cNvCxnSpPr>
            <a:cxnSpLocks/>
          </p:cNvCxnSpPr>
          <p:nvPr userDrawn="1"/>
        </p:nvCxnSpPr>
        <p:spPr>
          <a:xfrm>
            <a:off x="10657239" y="771675"/>
            <a:ext cx="0" cy="2382464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541858C-A4FA-7248-A5D3-620A0925AF17}"/>
              </a:ext>
            </a:extLst>
          </p:cNvPr>
          <p:cNvCxnSpPr>
            <a:cxnSpLocks/>
          </p:cNvCxnSpPr>
          <p:nvPr userDrawn="1"/>
        </p:nvCxnSpPr>
        <p:spPr>
          <a:xfrm>
            <a:off x="1500654" y="2439111"/>
            <a:ext cx="0" cy="2382464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77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545CA-6937-F14C-AD10-4AB0BDE7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F0911E-18F8-4444-B302-40735C768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4343"/>
          </a:xfrm>
        </p:spPr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  <a:lvl2pPr>
              <a:defRPr>
                <a:latin typeface="Poppins" pitchFamily="2" charset="77"/>
                <a:cs typeface="Poppins" pitchFamily="2" charset="77"/>
              </a:defRPr>
            </a:lvl2pPr>
            <a:lvl3pPr>
              <a:defRPr>
                <a:latin typeface="Poppins" pitchFamily="2" charset="77"/>
                <a:cs typeface="Poppins" pitchFamily="2" charset="77"/>
              </a:defRPr>
            </a:lvl3pPr>
            <a:lvl4pPr>
              <a:defRPr>
                <a:latin typeface="Poppins" pitchFamily="2" charset="77"/>
                <a:cs typeface="Poppins" pitchFamily="2" charset="77"/>
              </a:defRPr>
            </a:lvl4pPr>
            <a:lvl5pPr>
              <a:defRPr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74BD1E-6A87-2E43-AF4B-A927949B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FACC4EE-0BEF-1646-BAF7-943324C0CB09}" type="datetimeFigureOut">
              <a:rPr lang="es-MX" smtClean="0"/>
              <a:pPr/>
              <a:t>01/12/21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3D8248-5E20-7343-AADE-70D524E9E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81B33F-CAD6-894E-9408-F33B902C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7F360A6-EFCD-2545-B53E-EBAEC0C880D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34647E-C1FA-EC4E-9AB8-42B72C740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073943"/>
            <a:ext cx="796963" cy="796963"/>
          </a:xfrm>
          <a:prstGeom prst="rect">
            <a:avLst/>
          </a:prstGeom>
        </p:spPr>
      </p:pic>
      <p:pic>
        <p:nvPicPr>
          <p:cNvPr id="8" name="Picture 2" descr="Inicio - Comisión Estatal de Aguas Querétaro">
            <a:extLst>
              <a:ext uri="{FF2B5EF4-FFF2-40B4-BE49-F238E27FC236}">
                <a16:creationId xmlns:a16="http://schemas.microsoft.com/office/drawing/2014/main" id="{34475AFC-89D9-314D-94F9-7FC534F0B53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20610" r="66118" b="17918"/>
          <a:stretch/>
        </p:blipFill>
        <p:spPr bwMode="auto">
          <a:xfrm>
            <a:off x="41236" y="6059399"/>
            <a:ext cx="796963" cy="8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37EFC86-75A9-DA49-93E2-C8AA4EC32B12}"/>
              </a:ext>
            </a:extLst>
          </p:cNvPr>
          <p:cNvCxnSpPr>
            <a:cxnSpLocks/>
          </p:cNvCxnSpPr>
          <p:nvPr userDrawn="1"/>
        </p:nvCxnSpPr>
        <p:spPr>
          <a:xfrm>
            <a:off x="0" y="6035008"/>
            <a:ext cx="1219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08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D7ABC-5DD6-3E49-9BAC-40E6A6EE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1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F6892E-CE9F-C741-A55A-BB96F596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647B13-5780-F146-BA81-55867E58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FACC4EE-0BEF-1646-BAF7-943324C0CB09}" type="datetimeFigureOut">
              <a:rPr lang="es-MX" smtClean="0"/>
              <a:pPr/>
              <a:t>01/12/21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5F7E2A-E09E-7042-B51E-6558B6E7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D7465F-B22F-9E4F-8380-77E9334C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7F360A6-EFCD-2545-B53E-EBAEC0C880D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1CA16D0-BBA6-9247-B382-DB3D97375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073943"/>
            <a:ext cx="796963" cy="796963"/>
          </a:xfrm>
          <a:prstGeom prst="rect">
            <a:avLst/>
          </a:prstGeom>
        </p:spPr>
      </p:pic>
      <p:pic>
        <p:nvPicPr>
          <p:cNvPr id="8" name="Picture 2" descr="Inicio - Comisión Estatal de Aguas Querétaro">
            <a:extLst>
              <a:ext uri="{FF2B5EF4-FFF2-40B4-BE49-F238E27FC236}">
                <a16:creationId xmlns:a16="http://schemas.microsoft.com/office/drawing/2014/main" id="{072B5D07-6B28-1847-AB69-02974AFB39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20610" r="66118" b="17918"/>
          <a:stretch/>
        </p:blipFill>
        <p:spPr bwMode="auto">
          <a:xfrm>
            <a:off x="41236" y="6059399"/>
            <a:ext cx="796963" cy="8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E880244-958F-CF49-9D3A-43766C395268}"/>
              </a:ext>
            </a:extLst>
          </p:cNvPr>
          <p:cNvCxnSpPr/>
          <p:nvPr userDrawn="1"/>
        </p:nvCxnSpPr>
        <p:spPr>
          <a:xfrm>
            <a:off x="6945854" y="5918855"/>
            <a:ext cx="457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2EF98F7-CB56-1A44-BA24-098AAD42E892}"/>
              </a:ext>
            </a:extLst>
          </p:cNvPr>
          <p:cNvCxnSpPr/>
          <p:nvPr userDrawn="1"/>
        </p:nvCxnSpPr>
        <p:spPr>
          <a:xfrm>
            <a:off x="717145" y="1524711"/>
            <a:ext cx="457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A6211A8-0809-5D43-A955-0D2B3BAC7017}"/>
              </a:ext>
            </a:extLst>
          </p:cNvPr>
          <p:cNvCxnSpPr>
            <a:cxnSpLocks/>
          </p:cNvCxnSpPr>
          <p:nvPr userDrawn="1"/>
        </p:nvCxnSpPr>
        <p:spPr>
          <a:xfrm>
            <a:off x="717145" y="1510012"/>
            <a:ext cx="0" cy="958886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C530397-8640-BD4B-82A3-5D02E03F3D30}"/>
              </a:ext>
            </a:extLst>
          </p:cNvPr>
          <p:cNvCxnSpPr>
            <a:cxnSpLocks/>
          </p:cNvCxnSpPr>
          <p:nvPr userDrawn="1"/>
        </p:nvCxnSpPr>
        <p:spPr>
          <a:xfrm>
            <a:off x="11505272" y="4959969"/>
            <a:ext cx="0" cy="958886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20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596B9-C5AE-CD4B-870B-AEC6724F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F9F920-0BEB-1B4C-9EAE-D82C23458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7427"/>
          </a:xfrm>
        </p:spPr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  <a:lvl2pPr>
              <a:defRPr>
                <a:latin typeface="Poppins" pitchFamily="2" charset="77"/>
                <a:cs typeface="Poppins" pitchFamily="2" charset="77"/>
              </a:defRPr>
            </a:lvl2pPr>
            <a:lvl3pPr>
              <a:defRPr>
                <a:latin typeface="Poppins" pitchFamily="2" charset="77"/>
                <a:cs typeface="Poppins" pitchFamily="2" charset="77"/>
              </a:defRPr>
            </a:lvl3pPr>
            <a:lvl4pPr>
              <a:defRPr>
                <a:latin typeface="Poppins" pitchFamily="2" charset="77"/>
                <a:cs typeface="Poppins" pitchFamily="2" charset="77"/>
              </a:defRPr>
            </a:lvl4pPr>
            <a:lvl5pPr>
              <a:defRPr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AAFE82-0E75-CA44-9DCA-9F2D68344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7427"/>
          </a:xfrm>
        </p:spPr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  <a:lvl2pPr>
              <a:defRPr>
                <a:latin typeface="Poppins" pitchFamily="2" charset="77"/>
                <a:cs typeface="Poppins" pitchFamily="2" charset="77"/>
              </a:defRPr>
            </a:lvl2pPr>
            <a:lvl3pPr>
              <a:defRPr>
                <a:latin typeface="Poppins" pitchFamily="2" charset="77"/>
                <a:cs typeface="Poppins" pitchFamily="2" charset="77"/>
              </a:defRPr>
            </a:lvl3pPr>
            <a:lvl4pPr>
              <a:defRPr>
                <a:latin typeface="Poppins" pitchFamily="2" charset="77"/>
                <a:cs typeface="Poppins" pitchFamily="2" charset="77"/>
              </a:defRPr>
            </a:lvl4pPr>
            <a:lvl5pPr>
              <a:defRPr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45E9CD-10B1-D442-A541-E733CFC08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FACC4EE-0BEF-1646-BAF7-943324C0CB09}" type="datetimeFigureOut">
              <a:rPr lang="es-MX" smtClean="0"/>
              <a:pPr/>
              <a:t>01/12/21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1234AA-31D5-7346-BF76-7E323A85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D27C3C-CF62-974C-AEB7-7EA270FB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7F360A6-EFCD-2545-B53E-EBAEC0C880D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0A95F67-A78B-9845-8973-38A15C0120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073943"/>
            <a:ext cx="796963" cy="796963"/>
          </a:xfrm>
          <a:prstGeom prst="rect">
            <a:avLst/>
          </a:prstGeom>
        </p:spPr>
      </p:pic>
      <p:pic>
        <p:nvPicPr>
          <p:cNvPr id="9" name="Picture 2" descr="Inicio - Comisión Estatal de Aguas Querétaro">
            <a:extLst>
              <a:ext uri="{FF2B5EF4-FFF2-40B4-BE49-F238E27FC236}">
                <a16:creationId xmlns:a16="http://schemas.microsoft.com/office/drawing/2014/main" id="{E3E896BE-CB18-F847-8569-88E94496AA9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20610" r="66118" b="17918"/>
          <a:stretch/>
        </p:blipFill>
        <p:spPr bwMode="auto">
          <a:xfrm>
            <a:off x="41236" y="6059399"/>
            <a:ext cx="796963" cy="8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BDFC6F9-78FD-9E4D-8B7E-05CA678B5697}"/>
              </a:ext>
            </a:extLst>
          </p:cNvPr>
          <p:cNvCxnSpPr>
            <a:cxnSpLocks/>
          </p:cNvCxnSpPr>
          <p:nvPr userDrawn="1"/>
        </p:nvCxnSpPr>
        <p:spPr>
          <a:xfrm>
            <a:off x="0" y="6035008"/>
            <a:ext cx="1219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015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D382A-667B-2A4A-9F7F-A473FAA9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09335F-9A58-4246-B8EF-2C3A4F00C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6114D4-9252-804A-A2D0-81FCBA654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490997"/>
          </a:xfrm>
        </p:spPr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  <a:lvl2pPr>
              <a:defRPr>
                <a:latin typeface="Poppins" pitchFamily="2" charset="77"/>
                <a:cs typeface="Poppins" pitchFamily="2" charset="77"/>
              </a:defRPr>
            </a:lvl2pPr>
            <a:lvl3pPr>
              <a:defRPr>
                <a:latin typeface="Poppins" pitchFamily="2" charset="77"/>
                <a:cs typeface="Poppins" pitchFamily="2" charset="77"/>
              </a:defRPr>
            </a:lvl3pPr>
            <a:lvl4pPr>
              <a:defRPr>
                <a:latin typeface="Poppins" pitchFamily="2" charset="77"/>
                <a:cs typeface="Poppins" pitchFamily="2" charset="77"/>
              </a:defRPr>
            </a:lvl4pPr>
            <a:lvl5pPr>
              <a:defRPr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0F59E7-3BC6-4548-B629-50002C1CF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8AEE18-7B84-8F4D-87BD-6A2E55990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90995"/>
          </a:xfrm>
        </p:spPr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  <a:lvl2pPr>
              <a:defRPr>
                <a:latin typeface="Poppins" pitchFamily="2" charset="77"/>
                <a:cs typeface="Poppins" pitchFamily="2" charset="77"/>
              </a:defRPr>
            </a:lvl2pPr>
            <a:lvl3pPr>
              <a:defRPr>
                <a:latin typeface="Poppins" pitchFamily="2" charset="77"/>
                <a:cs typeface="Poppins" pitchFamily="2" charset="77"/>
              </a:defRPr>
            </a:lvl3pPr>
            <a:lvl4pPr>
              <a:defRPr>
                <a:latin typeface="Poppins" pitchFamily="2" charset="77"/>
                <a:cs typeface="Poppins" pitchFamily="2" charset="77"/>
              </a:defRPr>
            </a:lvl4pPr>
            <a:lvl5pPr>
              <a:defRPr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B10559E-7322-354C-A3FF-1EB521A4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FACC4EE-0BEF-1646-BAF7-943324C0CB09}" type="datetimeFigureOut">
              <a:rPr lang="es-MX" smtClean="0"/>
              <a:pPr/>
              <a:t>01/12/21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24FE0E-CCE7-8F4D-AE8D-C34BF891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84FF45-7BE1-3C4A-B248-39D98511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7F360A6-EFCD-2545-B53E-EBAEC0C880D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2768403-0699-6147-AB48-B902B60CAC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073943"/>
            <a:ext cx="796963" cy="796963"/>
          </a:xfrm>
          <a:prstGeom prst="rect">
            <a:avLst/>
          </a:prstGeom>
        </p:spPr>
      </p:pic>
      <p:pic>
        <p:nvPicPr>
          <p:cNvPr id="11" name="Picture 2" descr="Inicio - Comisión Estatal de Aguas Querétaro">
            <a:extLst>
              <a:ext uri="{FF2B5EF4-FFF2-40B4-BE49-F238E27FC236}">
                <a16:creationId xmlns:a16="http://schemas.microsoft.com/office/drawing/2014/main" id="{722EB5F6-9BD9-8C41-9D82-3F1F2CF59CB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20610" r="66118" b="17918"/>
          <a:stretch/>
        </p:blipFill>
        <p:spPr bwMode="auto">
          <a:xfrm>
            <a:off x="41236" y="6059399"/>
            <a:ext cx="796963" cy="8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71845F5-75C2-7D4F-8457-B84A7D3D2B9D}"/>
              </a:ext>
            </a:extLst>
          </p:cNvPr>
          <p:cNvCxnSpPr>
            <a:cxnSpLocks/>
          </p:cNvCxnSpPr>
          <p:nvPr userDrawn="1"/>
        </p:nvCxnSpPr>
        <p:spPr>
          <a:xfrm>
            <a:off x="0" y="6035008"/>
            <a:ext cx="1219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45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5B7A4-3D5F-8045-A047-9EAF5E2E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725EA8-F73B-FE4A-8D01-6FEA6F11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FACC4EE-0BEF-1646-BAF7-943324C0CB09}" type="datetimeFigureOut">
              <a:rPr lang="es-MX" smtClean="0"/>
              <a:pPr/>
              <a:t>01/12/21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086FE5-BEC3-BF4F-9AB2-EFB304DF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04F421-E186-2842-938B-667D500B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oppins" pitchFamily="2" charset="77"/>
                <a:cs typeface="Poppins" pitchFamily="2" charset="77"/>
              </a:defRPr>
            </a:lvl1pPr>
          </a:lstStyle>
          <a:p>
            <a:fld id="{C7F360A6-EFCD-2545-B53E-EBAEC0C880D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76782A-60E9-EC4A-9AC9-12A55ABEAF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073943"/>
            <a:ext cx="796963" cy="796963"/>
          </a:xfrm>
          <a:prstGeom prst="rect">
            <a:avLst/>
          </a:prstGeom>
        </p:spPr>
      </p:pic>
      <p:pic>
        <p:nvPicPr>
          <p:cNvPr id="7" name="Picture 2" descr="Inicio - Comisión Estatal de Aguas Querétaro">
            <a:extLst>
              <a:ext uri="{FF2B5EF4-FFF2-40B4-BE49-F238E27FC236}">
                <a16:creationId xmlns:a16="http://schemas.microsoft.com/office/drawing/2014/main" id="{BB15CDD4-6B02-854A-852E-82F2684C740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20610" r="66118" b="17918"/>
          <a:stretch/>
        </p:blipFill>
        <p:spPr bwMode="auto">
          <a:xfrm>
            <a:off x="41236" y="6059399"/>
            <a:ext cx="796963" cy="8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FB1B164-1733-9846-929A-0F19646C6E1E}"/>
              </a:ext>
            </a:extLst>
          </p:cNvPr>
          <p:cNvCxnSpPr>
            <a:cxnSpLocks/>
          </p:cNvCxnSpPr>
          <p:nvPr userDrawn="1"/>
        </p:nvCxnSpPr>
        <p:spPr>
          <a:xfrm>
            <a:off x="0" y="6035008"/>
            <a:ext cx="1219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302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4003EA-7BD8-7E44-B55E-BBFF4797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C4EE-0BEF-1646-BAF7-943324C0CB09}" type="datetimeFigureOut">
              <a:rPr lang="es-MX" smtClean="0"/>
              <a:t>01/12/21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9D5E602-F22E-1641-993C-97C22489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4B0CB6-E9A5-3E43-84F2-72533CB8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360A6-EFCD-2545-B53E-EBAEC0C880D9}" type="slidenum">
              <a:rPr lang="es-MX" smtClean="0"/>
              <a:t>‹Nº›</a:t>
            </a:fld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54B3F0-058F-E44C-9BFD-AFAF34F65C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073943"/>
            <a:ext cx="796963" cy="796963"/>
          </a:xfrm>
          <a:prstGeom prst="rect">
            <a:avLst/>
          </a:prstGeom>
        </p:spPr>
      </p:pic>
      <p:pic>
        <p:nvPicPr>
          <p:cNvPr id="6" name="Picture 2" descr="Inicio - Comisión Estatal de Aguas Querétaro">
            <a:extLst>
              <a:ext uri="{FF2B5EF4-FFF2-40B4-BE49-F238E27FC236}">
                <a16:creationId xmlns:a16="http://schemas.microsoft.com/office/drawing/2014/main" id="{4C449891-D561-6D4C-87AF-4D499EC08C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20610" r="66118" b="17918"/>
          <a:stretch/>
        </p:blipFill>
        <p:spPr bwMode="auto">
          <a:xfrm>
            <a:off x="41236" y="6059399"/>
            <a:ext cx="796963" cy="8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6EBFA79-005C-0A42-B8FF-21D97384AF4F}"/>
              </a:ext>
            </a:extLst>
          </p:cNvPr>
          <p:cNvCxnSpPr>
            <a:cxnSpLocks/>
          </p:cNvCxnSpPr>
          <p:nvPr userDrawn="1"/>
        </p:nvCxnSpPr>
        <p:spPr>
          <a:xfrm>
            <a:off x="0" y="6035008"/>
            <a:ext cx="1219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22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074ED-4AAA-5F48-964D-903A5C29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F4473F-5310-5D4B-8DE2-9BE0BF518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7CF357-8F10-DA4D-A3BD-F5E3574B5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415060-5BBF-E74D-A04D-30280FC2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C4EE-0BEF-1646-BAF7-943324C0CB09}" type="datetimeFigureOut">
              <a:rPr lang="es-MX" smtClean="0"/>
              <a:t>01/12/21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312389-146B-9D42-BB33-62BC2CAF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5955C5-63BA-DE4D-943F-94F1810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360A6-EFCD-2545-B53E-EBAEC0C880D9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0A6C11B-2BA0-2247-B0B0-B733B5845B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073943"/>
            <a:ext cx="796963" cy="796963"/>
          </a:xfrm>
          <a:prstGeom prst="rect">
            <a:avLst/>
          </a:prstGeom>
        </p:spPr>
      </p:pic>
      <p:pic>
        <p:nvPicPr>
          <p:cNvPr id="9" name="Picture 2" descr="Inicio - Comisión Estatal de Aguas Querétaro">
            <a:extLst>
              <a:ext uri="{FF2B5EF4-FFF2-40B4-BE49-F238E27FC236}">
                <a16:creationId xmlns:a16="http://schemas.microsoft.com/office/drawing/2014/main" id="{3BA5FF85-966B-8A49-946D-8CE1BD5D712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20610" r="66118" b="17918"/>
          <a:stretch/>
        </p:blipFill>
        <p:spPr bwMode="auto">
          <a:xfrm>
            <a:off x="41236" y="6059399"/>
            <a:ext cx="796963" cy="8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A1C0F1F-5241-084D-86AB-0878F57220B7}"/>
              </a:ext>
            </a:extLst>
          </p:cNvPr>
          <p:cNvCxnSpPr>
            <a:cxnSpLocks/>
          </p:cNvCxnSpPr>
          <p:nvPr userDrawn="1"/>
        </p:nvCxnSpPr>
        <p:spPr>
          <a:xfrm>
            <a:off x="0" y="6035008"/>
            <a:ext cx="1219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12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FF764-FD74-0E43-8631-C17BABD8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BDCA41-9FC4-BF46-9FC3-B072C6886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A5AD44-F873-8B4D-9B54-ECA919D88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5E7EC0-7B51-9C47-A354-2A12A273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C4EE-0BEF-1646-BAF7-943324C0CB09}" type="datetimeFigureOut">
              <a:rPr lang="es-MX" smtClean="0"/>
              <a:t>01/12/21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58E4B8-53B0-684E-91AB-555A6A8D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43C4BD-D212-F445-AB8D-297ACD15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360A6-EFCD-2545-B53E-EBAEC0C880D9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CE263D6-D744-A94D-9A60-BD5482BCD2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073943"/>
            <a:ext cx="796963" cy="796963"/>
          </a:xfrm>
          <a:prstGeom prst="rect">
            <a:avLst/>
          </a:prstGeom>
        </p:spPr>
      </p:pic>
      <p:pic>
        <p:nvPicPr>
          <p:cNvPr id="9" name="Picture 2" descr="Inicio - Comisión Estatal de Aguas Querétaro">
            <a:extLst>
              <a:ext uri="{FF2B5EF4-FFF2-40B4-BE49-F238E27FC236}">
                <a16:creationId xmlns:a16="http://schemas.microsoft.com/office/drawing/2014/main" id="{7FB95404-785B-E640-BCE4-68D788D3335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20610" r="66118" b="17918"/>
          <a:stretch/>
        </p:blipFill>
        <p:spPr bwMode="auto">
          <a:xfrm>
            <a:off x="41236" y="6059399"/>
            <a:ext cx="796963" cy="8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3CACC7F-4EC3-6D42-AEDD-7B7F977823AB}"/>
              </a:ext>
            </a:extLst>
          </p:cNvPr>
          <p:cNvCxnSpPr>
            <a:cxnSpLocks/>
          </p:cNvCxnSpPr>
          <p:nvPr userDrawn="1"/>
        </p:nvCxnSpPr>
        <p:spPr>
          <a:xfrm>
            <a:off x="0" y="6035008"/>
            <a:ext cx="12192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29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A9C45-6D13-964C-A75A-A7D00E67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BDD81D-1362-3949-939A-661A8DC85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CCC092-82F7-7545-823D-12CFD2E1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C4EE-0BEF-1646-BAF7-943324C0CB09}" type="datetimeFigureOut">
              <a:rPr lang="es-MX" smtClean="0"/>
              <a:t>01/12/21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E54E49-CBBB-FB45-8278-B7E0DAFD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4A9C2E-BB85-8E4D-9CAF-94081297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360A6-EFCD-2545-B53E-EBAEC0C880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95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02DA1C-FA83-5546-9322-61257518A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C8AB65-EABD-0E45-9782-F9D8700E7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60AA2B-8605-734A-B8C9-E4111265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C4EE-0BEF-1646-BAF7-943324C0CB09}" type="datetimeFigureOut">
              <a:rPr lang="es-MX" smtClean="0"/>
              <a:t>01/12/21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57A913-4DF6-3B4E-BBC7-78727620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682148-4867-0C49-BF56-8B372820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360A6-EFCD-2545-B53E-EBAEC0C880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050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D4526A2-F5A0-1D4F-9684-C099E632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204639-EA89-C943-B550-29A207646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71320-ED28-EF43-BCCA-CCBB604AE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CFACC4EE-0BEF-1646-BAF7-943324C0CB09}" type="datetimeFigureOut">
              <a:rPr lang="es-MX" smtClean="0"/>
              <a:pPr/>
              <a:t>01/12/21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90B686-986B-384F-B0B4-752C6A6D2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173C6E-B249-9F4A-9E67-ACB0A0F34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C7F360A6-EFCD-2545-B53E-EBAEC0C880D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573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02C03-FDF0-CD47-9DF2-774F427B2A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0EA409-266B-5444-B345-71BF741B1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79467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Poppins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Gerencia Del Poder</dc:creator>
  <cp:lastModifiedBy>Gerencia Del Poder</cp:lastModifiedBy>
  <cp:revision>2</cp:revision>
  <dcterms:created xsi:type="dcterms:W3CDTF">2021-12-01T18:39:05Z</dcterms:created>
  <dcterms:modified xsi:type="dcterms:W3CDTF">2021-12-01T22:16:58Z</dcterms:modified>
</cp:coreProperties>
</file>